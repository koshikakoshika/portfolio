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handoutMasterIdLst>
    <p:handoutMasterId r:id="rId15"/>
  </p:handoutMasterIdLst>
  <p:sldIdLst>
    <p:sldId id="256" r:id="rId2"/>
    <p:sldId id="268" r:id="rId3"/>
    <p:sldId id="269" r:id="rId4"/>
    <p:sldId id="258" r:id="rId5"/>
    <p:sldId id="278" r:id="rId6"/>
    <p:sldId id="279" r:id="rId7"/>
    <p:sldId id="276" r:id="rId8"/>
    <p:sldId id="281" r:id="rId9"/>
    <p:sldId id="282" r:id="rId10"/>
    <p:sldId id="270" r:id="rId11"/>
    <p:sldId id="274" r:id="rId12"/>
    <p:sldId id="266" r:id="rId13"/>
  </p:sldIdLst>
  <p:sldSz cx="9144000" cy="6858000" type="screen4x3"/>
  <p:notesSz cx="7104063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DA2FE5-4D88-4C54-A65E-6E1C279277F2}" v="18" dt="2024-02-09T16:50:28.236"/>
    <p1510:client id="{98D0E65A-4FC0-4266-822E-91615F5F1742}" v="19" dt="2024-02-10T03:44:16.3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42" y="68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shika T" userId="ca1f1b3e8e1d9b27" providerId="LiveId" clId="{98D0E65A-4FC0-4266-822E-91615F5F1742}"/>
    <pc:docChg chg="undo custSel addSld delSld modSld">
      <pc:chgData name="Koshika T" userId="ca1f1b3e8e1d9b27" providerId="LiveId" clId="{98D0E65A-4FC0-4266-822E-91615F5F1742}" dt="2024-02-10T03:45:34.770" v="1387" actId="47"/>
      <pc:docMkLst>
        <pc:docMk/>
      </pc:docMkLst>
      <pc:sldChg chg="addSp delSp modSp mod">
        <pc:chgData name="Koshika T" userId="ca1f1b3e8e1d9b27" providerId="LiveId" clId="{98D0E65A-4FC0-4266-822E-91615F5F1742}" dt="2024-02-10T02:39:22.344" v="1133" actId="20577"/>
        <pc:sldMkLst>
          <pc:docMk/>
          <pc:sldMk cId="0" sldId="256"/>
        </pc:sldMkLst>
        <pc:spChg chg="del mod">
          <ac:chgData name="Koshika T" userId="ca1f1b3e8e1d9b27" providerId="LiveId" clId="{98D0E65A-4FC0-4266-822E-91615F5F1742}" dt="2024-02-10T02:38:01.905" v="1104" actId="478"/>
          <ac:spMkLst>
            <pc:docMk/>
            <pc:sldMk cId="0" sldId="256"/>
            <ac:spMk id="3" creationId="{23113945-EBC2-C549-BF23-F1E099689BC8}"/>
          </ac:spMkLst>
        </pc:spChg>
        <pc:spChg chg="add del mod">
          <ac:chgData name="Koshika T" userId="ca1f1b3e8e1d9b27" providerId="LiveId" clId="{98D0E65A-4FC0-4266-822E-91615F5F1742}" dt="2024-02-10T02:38:08.029" v="1105" actId="1076"/>
          <ac:spMkLst>
            <pc:docMk/>
            <pc:sldMk cId="0" sldId="256"/>
            <ac:spMk id="9" creationId="{00000000-0000-0000-0000-000000000000}"/>
          </ac:spMkLst>
        </pc:spChg>
        <pc:spChg chg="mod">
          <ac:chgData name="Koshika T" userId="ca1f1b3e8e1d9b27" providerId="LiveId" clId="{98D0E65A-4FC0-4266-822E-91615F5F1742}" dt="2024-02-10T02:37:24.881" v="1068" actId="120"/>
          <ac:spMkLst>
            <pc:docMk/>
            <pc:sldMk cId="0" sldId="256"/>
            <ac:spMk id="10" creationId="{00000000-0000-0000-0000-000000000000}"/>
          </ac:spMkLst>
        </pc:spChg>
        <pc:spChg chg="mod">
          <ac:chgData name="Koshika T" userId="ca1f1b3e8e1d9b27" providerId="LiveId" clId="{98D0E65A-4FC0-4266-822E-91615F5F1742}" dt="2024-02-10T02:39:22.344" v="1133" actId="20577"/>
          <ac:spMkLst>
            <pc:docMk/>
            <pc:sldMk cId="0" sldId="256"/>
            <ac:spMk id="16" creationId="{00000000-0000-0000-0000-000000000000}"/>
          </ac:spMkLst>
        </pc:spChg>
      </pc:sldChg>
      <pc:sldChg chg="modSp mod">
        <pc:chgData name="Koshika T" userId="ca1f1b3e8e1d9b27" providerId="LiveId" clId="{98D0E65A-4FC0-4266-822E-91615F5F1742}" dt="2024-02-10T02:47:04.713" v="1225" actId="255"/>
        <pc:sldMkLst>
          <pc:docMk/>
          <pc:sldMk cId="0" sldId="258"/>
        </pc:sldMkLst>
        <pc:spChg chg="mod">
          <ac:chgData name="Koshika T" userId="ca1f1b3e8e1d9b27" providerId="LiveId" clId="{98D0E65A-4FC0-4266-822E-91615F5F1742}" dt="2024-02-10T02:47:04.713" v="1225" actId="255"/>
          <ac:spMkLst>
            <pc:docMk/>
            <pc:sldMk cId="0" sldId="258"/>
            <ac:spMk id="3" creationId="{00000000-0000-0000-0000-000000000000}"/>
          </ac:spMkLst>
        </pc:spChg>
        <pc:spChg chg="mod">
          <ac:chgData name="Koshika T" userId="ca1f1b3e8e1d9b27" providerId="LiveId" clId="{98D0E65A-4FC0-4266-822E-91615F5F1742}" dt="2024-02-10T02:40:44.657" v="1146" actId="20577"/>
          <ac:spMkLst>
            <pc:docMk/>
            <pc:sldMk cId="0" sldId="258"/>
            <ac:spMk id="6" creationId="{00000000-0000-0000-0000-000000000000}"/>
          </ac:spMkLst>
        </pc:spChg>
      </pc:sldChg>
      <pc:sldChg chg="modSp mod">
        <pc:chgData name="Koshika T" userId="ca1f1b3e8e1d9b27" providerId="LiveId" clId="{98D0E65A-4FC0-4266-822E-91615F5F1742}" dt="2024-02-10T02:42:14.178" v="1168" actId="12"/>
        <pc:sldMkLst>
          <pc:docMk/>
          <pc:sldMk cId="0" sldId="266"/>
        </pc:sldMkLst>
        <pc:spChg chg="mod">
          <ac:chgData name="Koshika T" userId="ca1f1b3e8e1d9b27" providerId="LiveId" clId="{98D0E65A-4FC0-4266-822E-91615F5F1742}" dt="2024-02-10T02:42:14.178" v="1168" actId="12"/>
          <ac:spMkLst>
            <pc:docMk/>
            <pc:sldMk cId="0" sldId="266"/>
            <ac:spMk id="6" creationId="{00000000-0000-0000-0000-000000000000}"/>
          </ac:spMkLst>
        </pc:spChg>
        <pc:spChg chg="mod">
          <ac:chgData name="Koshika T" userId="ca1f1b3e8e1d9b27" providerId="LiveId" clId="{98D0E65A-4FC0-4266-822E-91615F5F1742}" dt="2024-02-10T02:41:40.232" v="1162" actId="20577"/>
          <ac:spMkLst>
            <pc:docMk/>
            <pc:sldMk cId="0" sldId="266"/>
            <ac:spMk id="7" creationId="{00000000-0000-0000-0000-000000000000}"/>
          </ac:spMkLst>
        </pc:spChg>
      </pc:sldChg>
      <pc:sldChg chg="modSp mod">
        <pc:chgData name="Koshika T" userId="ca1f1b3e8e1d9b27" providerId="LiveId" clId="{98D0E65A-4FC0-4266-822E-91615F5F1742}" dt="2024-02-10T02:40:28.945" v="1140" actId="20577"/>
        <pc:sldMkLst>
          <pc:docMk/>
          <pc:sldMk cId="0" sldId="268"/>
        </pc:sldMkLst>
        <pc:spChg chg="mod">
          <ac:chgData name="Koshika T" userId="ca1f1b3e8e1d9b27" providerId="LiveId" clId="{98D0E65A-4FC0-4266-822E-91615F5F1742}" dt="2024-02-10T02:26:05.636" v="17" actId="20577"/>
          <ac:spMkLst>
            <pc:docMk/>
            <pc:sldMk cId="0" sldId="268"/>
            <ac:spMk id="3" creationId="{00000000-0000-0000-0000-000000000000}"/>
          </ac:spMkLst>
        </pc:spChg>
        <pc:spChg chg="mod">
          <ac:chgData name="Koshika T" userId="ca1f1b3e8e1d9b27" providerId="LiveId" clId="{98D0E65A-4FC0-4266-822E-91615F5F1742}" dt="2024-02-10T02:40:28.945" v="1140" actId="20577"/>
          <ac:spMkLst>
            <pc:docMk/>
            <pc:sldMk cId="0" sldId="268"/>
            <ac:spMk id="6" creationId="{00000000-0000-0000-0000-000000000000}"/>
          </ac:spMkLst>
        </pc:spChg>
      </pc:sldChg>
      <pc:sldChg chg="addSp delSp modSp mod">
        <pc:chgData name="Koshika T" userId="ca1f1b3e8e1d9b27" providerId="LiveId" clId="{98D0E65A-4FC0-4266-822E-91615F5F1742}" dt="2024-02-10T02:43:25.153" v="1176" actId="1076"/>
        <pc:sldMkLst>
          <pc:docMk/>
          <pc:sldMk cId="0" sldId="269"/>
        </pc:sldMkLst>
        <pc:spChg chg="mod">
          <ac:chgData name="Koshika T" userId="ca1f1b3e8e1d9b27" providerId="LiveId" clId="{98D0E65A-4FC0-4266-822E-91615F5F1742}" dt="2024-02-10T02:40:37.732" v="1144" actId="20577"/>
          <ac:spMkLst>
            <pc:docMk/>
            <pc:sldMk cId="0" sldId="269"/>
            <ac:spMk id="6" creationId="{00000000-0000-0000-0000-000000000000}"/>
          </ac:spMkLst>
        </pc:spChg>
        <pc:spChg chg="mod">
          <ac:chgData name="Koshika T" userId="ca1f1b3e8e1d9b27" providerId="LiveId" clId="{98D0E65A-4FC0-4266-822E-91615F5F1742}" dt="2024-02-10T02:43:06.073" v="1175" actId="1076"/>
          <ac:spMkLst>
            <pc:docMk/>
            <pc:sldMk cId="0" sldId="269"/>
            <ac:spMk id="12" creationId="{779328B5-F3C8-41A2-9E52-2CCEE2924287}"/>
          </ac:spMkLst>
        </pc:spChg>
        <pc:spChg chg="mod">
          <ac:chgData name="Koshika T" userId="ca1f1b3e8e1d9b27" providerId="LiveId" clId="{98D0E65A-4FC0-4266-822E-91615F5F1742}" dt="2024-02-10T02:42:52.990" v="1173" actId="1076"/>
          <ac:spMkLst>
            <pc:docMk/>
            <pc:sldMk cId="0" sldId="269"/>
            <ac:spMk id="14" creationId="{A7AD7247-0CAB-4A9D-CD53-69F60BE5EDA0}"/>
          </ac:spMkLst>
        </pc:spChg>
        <pc:spChg chg="mod">
          <ac:chgData name="Koshika T" userId="ca1f1b3e8e1d9b27" providerId="LiveId" clId="{98D0E65A-4FC0-4266-822E-91615F5F1742}" dt="2024-02-10T02:30:13.480" v="310" actId="1076"/>
          <ac:spMkLst>
            <pc:docMk/>
            <pc:sldMk cId="0" sldId="269"/>
            <ac:spMk id="16" creationId="{85C45DD7-971E-76B1-CCCA-9A153438E92A}"/>
          </ac:spMkLst>
        </pc:spChg>
        <pc:spChg chg="mod">
          <ac:chgData name="Koshika T" userId="ca1f1b3e8e1d9b27" providerId="LiveId" clId="{98D0E65A-4FC0-4266-822E-91615F5F1742}" dt="2024-02-10T02:31:54.238" v="559" actId="1076"/>
          <ac:spMkLst>
            <pc:docMk/>
            <pc:sldMk cId="0" sldId="269"/>
            <ac:spMk id="18" creationId="{3F43BCC5-5D61-75D0-6691-03E5D9DF04FB}"/>
          </ac:spMkLst>
        </pc:spChg>
        <pc:spChg chg="add del mod">
          <ac:chgData name="Koshika T" userId="ca1f1b3e8e1d9b27" providerId="LiveId" clId="{98D0E65A-4FC0-4266-822E-91615F5F1742}" dt="2024-02-10T02:43:25.153" v="1176" actId="1076"/>
          <ac:spMkLst>
            <pc:docMk/>
            <pc:sldMk cId="0" sldId="269"/>
            <ac:spMk id="22" creationId="{E715C5EA-090B-6BEF-264B-4663756040D5}"/>
          </ac:spMkLst>
        </pc:spChg>
        <pc:grpChg chg="add del mod">
          <ac:chgData name="Koshika T" userId="ca1f1b3e8e1d9b27" providerId="LiveId" clId="{98D0E65A-4FC0-4266-822E-91615F5F1742}" dt="2024-02-10T02:43:00.397" v="1174" actId="1076"/>
          <ac:grpSpMkLst>
            <pc:docMk/>
            <pc:sldMk cId="0" sldId="269"/>
            <ac:grpSpMk id="7" creationId="{606757DE-F7DD-4927-98DB-4C40FB29DAB6}"/>
          </ac:grpSpMkLst>
        </pc:grpChg>
        <pc:picChg chg="add del mod">
          <ac:chgData name="Koshika T" userId="ca1f1b3e8e1d9b27" providerId="LiveId" clId="{98D0E65A-4FC0-4266-822E-91615F5F1742}" dt="2024-02-10T02:35:41.963" v="1049" actId="478"/>
          <ac:picMkLst>
            <pc:docMk/>
            <pc:sldMk cId="0" sldId="269"/>
            <ac:picMk id="3" creationId="{C0E2130D-D272-51BE-6CEB-7961E37B5C7F}"/>
          </ac:picMkLst>
        </pc:picChg>
        <pc:picChg chg="mod">
          <ac:chgData name="Koshika T" userId="ca1f1b3e8e1d9b27" providerId="LiveId" clId="{98D0E65A-4FC0-4266-822E-91615F5F1742}" dt="2024-02-10T02:27:40.175" v="25" actId="1076"/>
          <ac:picMkLst>
            <pc:docMk/>
            <pc:sldMk cId="0" sldId="269"/>
            <ac:picMk id="13" creationId="{CDD5DF04-D9AC-C96B-F805-B30565B0F277}"/>
          </ac:picMkLst>
        </pc:picChg>
      </pc:sldChg>
      <pc:sldChg chg="addSp delSp modSp mod">
        <pc:chgData name="Koshika T" userId="ca1f1b3e8e1d9b27" providerId="LiveId" clId="{98D0E65A-4FC0-4266-822E-91615F5F1742}" dt="2024-02-10T02:51:53.983" v="1324" actId="20577"/>
        <pc:sldMkLst>
          <pc:docMk/>
          <pc:sldMk cId="0" sldId="270"/>
        </pc:sldMkLst>
        <pc:spChg chg="add mod">
          <ac:chgData name="Koshika T" userId="ca1f1b3e8e1d9b27" providerId="LiveId" clId="{98D0E65A-4FC0-4266-822E-91615F5F1742}" dt="2024-02-10T02:51:46.346" v="1312" actId="20577"/>
          <ac:spMkLst>
            <pc:docMk/>
            <pc:sldMk cId="0" sldId="270"/>
            <ac:spMk id="3" creationId="{D29FCE4D-C9E2-F06F-6D81-AA4D95C52CA8}"/>
          </ac:spMkLst>
        </pc:spChg>
        <pc:spChg chg="mod">
          <ac:chgData name="Koshika T" userId="ca1f1b3e8e1d9b27" providerId="LiveId" clId="{98D0E65A-4FC0-4266-822E-91615F5F1742}" dt="2024-02-10T02:50:53.884" v="1288" actId="1076"/>
          <ac:spMkLst>
            <pc:docMk/>
            <pc:sldMk cId="0" sldId="270"/>
            <ac:spMk id="6" creationId="{00000000-0000-0000-0000-000000000000}"/>
          </ac:spMkLst>
        </pc:spChg>
        <pc:spChg chg="mod">
          <ac:chgData name="Koshika T" userId="ca1f1b3e8e1d9b27" providerId="LiveId" clId="{98D0E65A-4FC0-4266-822E-91615F5F1742}" dt="2024-02-10T02:51:05.092" v="1290" actId="1076"/>
          <ac:spMkLst>
            <pc:docMk/>
            <pc:sldMk cId="0" sldId="270"/>
            <ac:spMk id="7" creationId="{00000000-0000-0000-0000-000000000000}"/>
          </ac:spMkLst>
        </pc:spChg>
        <pc:spChg chg="mod">
          <ac:chgData name="Koshika T" userId="ca1f1b3e8e1d9b27" providerId="LiveId" clId="{98D0E65A-4FC0-4266-822E-91615F5F1742}" dt="2024-02-10T02:51:12.933" v="1292" actId="1076"/>
          <ac:spMkLst>
            <pc:docMk/>
            <pc:sldMk cId="0" sldId="270"/>
            <ac:spMk id="8" creationId="{00000000-0000-0000-0000-000000000000}"/>
          </ac:spMkLst>
        </pc:spChg>
        <pc:spChg chg="mod">
          <ac:chgData name="Koshika T" userId="ca1f1b3e8e1d9b27" providerId="LiveId" clId="{98D0E65A-4FC0-4266-822E-91615F5F1742}" dt="2024-02-10T02:41:20.341" v="1156" actId="20577"/>
          <ac:spMkLst>
            <pc:docMk/>
            <pc:sldMk cId="0" sldId="270"/>
            <ac:spMk id="17" creationId="{00000000-0000-0000-0000-000000000000}"/>
          </ac:spMkLst>
        </pc:spChg>
        <pc:spChg chg="add mod">
          <ac:chgData name="Koshika T" userId="ca1f1b3e8e1d9b27" providerId="LiveId" clId="{98D0E65A-4FC0-4266-822E-91615F5F1742}" dt="2024-02-10T02:51:53.983" v="1324" actId="20577"/>
          <ac:spMkLst>
            <pc:docMk/>
            <pc:sldMk cId="0" sldId="270"/>
            <ac:spMk id="23" creationId="{AFE36248-17BA-F55D-EC6B-41C8D062F000}"/>
          </ac:spMkLst>
        </pc:spChg>
        <pc:cxnChg chg="add del mod">
          <ac:chgData name="Koshika T" userId="ca1f1b3e8e1d9b27" providerId="LiveId" clId="{98D0E65A-4FC0-4266-822E-91615F5F1742}" dt="2024-02-10T02:50:12.579" v="1277" actId="478"/>
          <ac:cxnSpMkLst>
            <pc:docMk/>
            <pc:sldMk cId="0" sldId="270"/>
            <ac:cxnSpMk id="4" creationId="{BA4EE3FE-0B16-1627-118B-A83C844C5190}"/>
          </ac:cxnSpMkLst>
        </pc:cxnChg>
        <pc:cxnChg chg="del mod">
          <ac:chgData name="Koshika T" userId="ca1f1b3e8e1d9b27" providerId="LiveId" clId="{98D0E65A-4FC0-4266-822E-91615F5F1742}" dt="2024-02-10T02:49:45.210" v="1269" actId="478"/>
          <ac:cxnSpMkLst>
            <pc:docMk/>
            <pc:sldMk cId="0" sldId="270"/>
            <ac:cxnSpMk id="11" creationId="{00000000-0000-0000-0000-000000000000}"/>
          </ac:cxnSpMkLst>
        </pc:cxnChg>
        <pc:cxnChg chg="del mod">
          <ac:chgData name="Koshika T" userId="ca1f1b3e8e1d9b27" providerId="LiveId" clId="{98D0E65A-4FC0-4266-822E-91615F5F1742}" dt="2024-02-10T02:49:57.279" v="1273" actId="478"/>
          <ac:cxnSpMkLst>
            <pc:docMk/>
            <pc:sldMk cId="0" sldId="270"/>
            <ac:cxnSpMk id="13" creationId="{00000000-0000-0000-0000-000000000000}"/>
          </ac:cxnSpMkLst>
        </pc:cxnChg>
        <pc:cxnChg chg="add mod">
          <ac:chgData name="Koshika T" userId="ca1f1b3e8e1d9b27" providerId="LiveId" clId="{98D0E65A-4FC0-4266-822E-91615F5F1742}" dt="2024-02-10T02:50:58.823" v="1289" actId="1076"/>
          <ac:cxnSpMkLst>
            <pc:docMk/>
            <pc:sldMk cId="0" sldId="270"/>
            <ac:cxnSpMk id="15" creationId="{153B824A-677F-772E-1057-66E9DD9BAEF2}"/>
          </ac:cxnSpMkLst>
        </pc:cxnChg>
        <pc:cxnChg chg="add mod">
          <ac:chgData name="Koshika T" userId="ca1f1b3e8e1d9b27" providerId="LiveId" clId="{98D0E65A-4FC0-4266-822E-91615F5F1742}" dt="2024-02-10T02:51:09.361" v="1291" actId="1076"/>
          <ac:cxnSpMkLst>
            <pc:docMk/>
            <pc:sldMk cId="0" sldId="270"/>
            <ac:cxnSpMk id="19" creationId="{70C2C3EC-2A29-A0F8-73E5-027C9809F7D6}"/>
          </ac:cxnSpMkLst>
        </pc:cxnChg>
        <pc:cxnChg chg="add mod">
          <ac:chgData name="Koshika T" userId="ca1f1b3e8e1d9b27" providerId="LiveId" clId="{98D0E65A-4FC0-4266-822E-91615F5F1742}" dt="2024-02-10T02:51:16.553" v="1293" actId="1076"/>
          <ac:cxnSpMkLst>
            <pc:docMk/>
            <pc:sldMk cId="0" sldId="270"/>
            <ac:cxnSpMk id="20" creationId="{FA2E64B2-817D-27FC-2550-1466576642F2}"/>
          </ac:cxnSpMkLst>
        </pc:cxnChg>
        <pc:cxnChg chg="add mod">
          <ac:chgData name="Koshika T" userId="ca1f1b3e8e1d9b27" providerId="LiveId" clId="{98D0E65A-4FC0-4266-822E-91615F5F1742}" dt="2024-02-10T02:51:21.349" v="1295" actId="1076"/>
          <ac:cxnSpMkLst>
            <pc:docMk/>
            <pc:sldMk cId="0" sldId="270"/>
            <ac:cxnSpMk id="21" creationId="{96A35CD6-7E4E-93B1-1009-7D35B1391588}"/>
          </ac:cxnSpMkLst>
        </pc:cxnChg>
        <pc:cxnChg chg="add del mod">
          <ac:chgData name="Koshika T" userId="ca1f1b3e8e1d9b27" providerId="LiveId" clId="{98D0E65A-4FC0-4266-822E-91615F5F1742}" dt="2024-02-10T02:50:35.534" v="1285" actId="478"/>
          <ac:cxnSpMkLst>
            <pc:docMk/>
            <pc:sldMk cId="0" sldId="270"/>
            <ac:cxnSpMk id="22" creationId="{B097D6DD-6E7D-8685-5CA6-D83B81024501}"/>
          </ac:cxnSpMkLst>
        </pc:cxnChg>
      </pc:sldChg>
      <pc:sldChg chg="modSp mod">
        <pc:chgData name="Koshika T" userId="ca1f1b3e8e1d9b27" providerId="LiveId" clId="{98D0E65A-4FC0-4266-822E-91615F5F1742}" dt="2024-02-10T02:48:12.539" v="1239" actId="20577"/>
        <pc:sldMkLst>
          <pc:docMk/>
          <pc:sldMk cId="0" sldId="274"/>
        </pc:sldMkLst>
        <pc:spChg chg="mod">
          <ac:chgData name="Koshika T" userId="ca1f1b3e8e1d9b27" providerId="LiveId" clId="{98D0E65A-4FC0-4266-822E-91615F5F1742}" dt="2024-02-10T02:48:12.539" v="1239" actId="20577"/>
          <ac:spMkLst>
            <pc:docMk/>
            <pc:sldMk cId="0" sldId="274"/>
            <ac:spMk id="3" creationId="{00000000-0000-0000-0000-000000000000}"/>
          </ac:spMkLst>
        </pc:spChg>
        <pc:spChg chg="mod">
          <ac:chgData name="Koshika T" userId="ca1f1b3e8e1d9b27" providerId="LiveId" clId="{98D0E65A-4FC0-4266-822E-91615F5F1742}" dt="2024-02-10T02:41:33.400" v="1160" actId="20577"/>
          <ac:spMkLst>
            <pc:docMk/>
            <pc:sldMk cId="0" sldId="274"/>
            <ac:spMk id="6" creationId="{00000000-0000-0000-0000-000000000000}"/>
          </ac:spMkLst>
        </pc:spChg>
      </pc:sldChg>
      <pc:sldChg chg="addSp delSp modSp mod">
        <pc:chgData name="Koshika T" userId="ca1f1b3e8e1d9b27" providerId="LiveId" clId="{98D0E65A-4FC0-4266-822E-91615F5F1742}" dt="2024-02-10T03:42:38.792" v="1355" actId="1076"/>
        <pc:sldMkLst>
          <pc:docMk/>
          <pc:sldMk cId="0" sldId="276"/>
        </pc:sldMkLst>
        <pc:spChg chg="mod">
          <ac:chgData name="Koshika T" userId="ca1f1b3e8e1d9b27" providerId="LiveId" clId="{98D0E65A-4FC0-4266-822E-91615F5F1742}" dt="2024-02-10T02:41:06.647" v="1152" actId="20577"/>
          <ac:spMkLst>
            <pc:docMk/>
            <pc:sldMk cId="0" sldId="276"/>
            <ac:spMk id="6" creationId="{00000000-0000-0000-0000-000000000000}"/>
          </ac:spMkLst>
        </pc:spChg>
        <pc:spChg chg="add del mod">
          <ac:chgData name="Koshika T" userId="ca1f1b3e8e1d9b27" providerId="LiveId" clId="{98D0E65A-4FC0-4266-822E-91615F5F1742}" dt="2024-02-10T03:42:05.294" v="1347"/>
          <ac:spMkLst>
            <pc:docMk/>
            <pc:sldMk cId="0" sldId="276"/>
            <ac:spMk id="8" creationId="{E7499095-E5A0-6845-CC38-48A9777A8032}"/>
          </ac:spMkLst>
        </pc:spChg>
        <pc:picChg chg="add mod">
          <ac:chgData name="Koshika T" userId="ca1f1b3e8e1d9b27" providerId="LiveId" clId="{98D0E65A-4FC0-4266-822E-91615F5F1742}" dt="2024-02-10T03:42:23.363" v="1353" actId="1076"/>
          <ac:picMkLst>
            <pc:docMk/>
            <pc:sldMk cId="0" sldId="276"/>
            <ac:picMk id="3" creationId="{7504D8BA-AE78-1A99-CAA7-CF9CC802F295}"/>
          </ac:picMkLst>
        </pc:picChg>
        <pc:picChg chg="add mod">
          <ac:chgData name="Koshika T" userId="ca1f1b3e8e1d9b27" providerId="LiveId" clId="{98D0E65A-4FC0-4266-822E-91615F5F1742}" dt="2024-02-10T03:42:38.792" v="1355" actId="1076"/>
          <ac:picMkLst>
            <pc:docMk/>
            <pc:sldMk cId="0" sldId="276"/>
            <ac:picMk id="10" creationId="{BF0BEFE9-26D8-E807-7253-2AD45B49FB3A}"/>
          </ac:picMkLst>
        </pc:picChg>
        <pc:picChg chg="del">
          <ac:chgData name="Koshika T" userId="ca1f1b3e8e1d9b27" providerId="LiveId" clId="{98D0E65A-4FC0-4266-822E-91615F5F1742}" dt="2024-02-10T03:41:39.267" v="1344" actId="478"/>
          <ac:picMkLst>
            <pc:docMk/>
            <pc:sldMk cId="0" sldId="276"/>
            <ac:picMk id="11" creationId="{42E12E43-B0BB-C842-A968-F9EA5CD9A6B7}"/>
          </ac:picMkLst>
        </pc:picChg>
        <pc:picChg chg="del">
          <ac:chgData name="Koshika T" userId="ca1f1b3e8e1d9b27" providerId="LiveId" clId="{98D0E65A-4FC0-4266-822E-91615F5F1742}" dt="2024-02-10T03:41:48.026" v="1346" actId="478"/>
          <ac:picMkLst>
            <pc:docMk/>
            <pc:sldMk cId="0" sldId="276"/>
            <ac:picMk id="12" creationId="{BA7D0C97-802B-9A07-E638-ECB8494A7526}"/>
          </ac:picMkLst>
        </pc:picChg>
      </pc:sldChg>
      <pc:sldChg chg="modSp mod">
        <pc:chgData name="Koshika T" userId="ca1f1b3e8e1d9b27" providerId="LiveId" clId="{98D0E65A-4FC0-4266-822E-91615F5F1742}" dt="2024-02-10T02:47:39.640" v="1233" actId="20577"/>
        <pc:sldMkLst>
          <pc:docMk/>
          <pc:sldMk cId="0" sldId="278"/>
        </pc:sldMkLst>
        <pc:spChg chg="mod">
          <ac:chgData name="Koshika T" userId="ca1f1b3e8e1d9b27" providerId="LiveId" clId="{98D0E65A-4FC0-4266-822E-91615F5F1742}" dt="2024-02-10T02:47:39.640" v="1233" actId="20577"/>
          <ac:spMkLst>
            <pc:docMk/>
            <pc:sldMk cId="0" sldId="278"/>
            <ac:spMk id="3" creationId="{00000000-0000-0000-0000-000000000000}"/>
          </ac:spMkLst>
        </pc:spChg>
        <pc:spChg chg="mod">
          <ac:chgData name="Koshika T" userId="ca1f1b3e8e1d9b27" providerId="LiveId" clId="{98D0E65A-4FC0-4266-822E-91615F5F1742}" dt="2024-02-10T02:40:51.176" v="1148" actId="20577"/>
          <ac:spMkLst>
            <pc:docMk/>
            <pc:sldMk cId="0" sldId="278"/>
            <ac:spMk id="6" creationId="{00000000-0000-0000-0000-000000000000}"/>
          </ac:spMkLst>
        </pc:spChg>
      </pc:sldChg>
      <pc:sldChg chg="modSp mod">
        <pc:chgData name="Koshika T" userId="ca1f1b3e8e1d9b27" providerId="LiveId" clId="{98D0E65A-4FC0-4266-822E-91615F5F1742}" dt="2024-02-10T02:54:34.925" v="1339" actId="20577"/>
        <pc:sldMkLst>
          <pc:docMk/>
          <pc:sldMk cId="3650976436" sldId="279"/>
        </pc:sldMkLst>
        <pc:spChg chg="mod">
          <ac:chgData name="Koshika T" userId="ca1f1b3e8e1d9b27" providerId="LiveId" clId="{98D0E65A-4FC0-4266-822E-91615F5F1742}" dt="2024-02-10T02:54:34.925" v="1339" actId="20577"/>
          <ac:spMkLst>
            <pc:docMk/>
            <pc:sldMk cId="3650976436" sldId="279"/>
            <ac:spMk id="3" creationId="{84BC290C-4539-F531-F386-095A4E887733}"/>
          </ac:spMkLst>
        </pc:spChg>
        <pc:spChg chg="mod">
          <ac:chgData name="Koshika T" userId="ca1f1b3e8e1d9b27" providerId="LiveId" clId="{98D0E65A-4FC0-4266-822E-91615F5F1742}" dt="2024-02-10T02:40:59.802" v="1150" actId="20577"/>
          <ac:spMkLst>
            <pc:docMk/>
            <pc:sldMk cId="3650976436" sldId="279"/>
            <ac:spMk id="6" creationId="{06601B9F-C493-E6DA-A361-FB41B437C910}"/>
          </ac:spMkLst>
        </pc:spChg>
      </pc:sldChg>
      <pc:sldChg chg="addSp delSp modSp mod">
        <pc:chgData name="Koshika T" userId="ca1f1b3e8e1d9b27" providerId="LiveId" clId="{98D0E65A-4FC0-4266-822E-91615F5F1742}" dt="2024-02-10T03:44:57.205" v="1384" actId="1076"/>
        <pc:sldMkLst>
          <pc:docMk/>
          <pc:sldMk cId="385877434" sldId="280"/>
        </pc:sldMkLst>
        <pc:spChg chg="mod">
          <ac:chgData name="Koshika T" userId="ca1f1b3e8e1d9b27" providerId="LiveId" clId="{98D0E65A-4FC0-4266-822E-91615F5F1742}" dt="2024-02-10T02:41:14.060" v="1154" actId="20577"/>
          <ac:spMkLst>
            <pc:docMk/>
            <pc:sldMk cId="385877434" sldId="280"/>
            <ac:spMk id="6" creationId="{F88BD571-E14B-5ADF-17A4-2ADDE6367F3C}"/>
          </ac:spMkLst>
        </pc:spChg>
        <pc:spChg chg="add del">
          <ac:chgData name="Koshika T" userId="ca1f1b3e8e1d9b27" providerId="LiveId" clId="{98D0E65A-4FC0-4266-822E-91615F5F1742}" dt="2024-02-10T03:43:18.797" v="1359" actId="478"/>
          <ac:spMkLst>
            <pc:docMk/>
            <pc:sldMk cId="385877434" sldId="280"/>
            <ac:spMk id="7" creationId="{EFB9F76C-400A-CA34-4FE8-C4A5276655DB}"/>
          </ac:spMkLst>
        </pc:spChg>
        <pc:spChg chg="add">
          <ac:chgData name="Koshika T" userId="ca1f1b3e8e1d9b27" providerId="LiveId" clId="{98D0E65A-4FC0-4266-822E-91615F5F1742}" dt="2024-02-10T03:43:26.531" v="1360"/>
          <ac:spMkLst>
            <pc:docMk/>
            <pc:sldMk cId="385877434" sldId="280"/>
            <ac:spMk id="8" creationId="{E1AF59C6-4A36-D076-9798-524EE6228E37}"/>
          </ac:spMkLst>
        </pc:spChg>
        <pc:spChg chg="del mod">
          <ac:chgData name="Koshika T" userId="ca1f1b3e8e1d9b27" providerId="LiveId" clId="{98D0E65A-4FC0-4266-822E-91615F5F1742}" dt="2024-02-10T03:42:52.790" v="1357" actId="478"/>
          <ac:spMkLst>
            <pc:docMk/>
            <pc:sldMk cId="385877434" sldId="280"/>
            <ac:spMk id="14" creationId="{995DC58D-51CA-4D6B-67A6-F8AB013AE2F4}"/>
          </ac:spMkLst>
        </pc:spChg>
        <pc:picChg chg="del">
          <ac:chgData name="Koshika T" userId="ca1f1b3e8e1d9b27" providerId="LiveId" clId="{98D0E65A-4FC0-4266-822E-91615F5F1742}" dt="2024-02-10T03:43:42.736" v="1365" actId="478"/>
          <ac:picMkLst>
            <pc:docMk/>
            <pc:sldMk cId="385877434" sldId="280"/>
            <ac:picMk id="3" creationId="{0C1AC804-A145-E522-A2B1-BA4695442E0D}"/>
          </ac:picMkLst>
        </pc:picChg>
        <pc:picChg chg="add mod">
          <ac:chgData name="Koshika T" userId="ca1f1b3e8e1d9b27" providerId="LiveId" clId="{98D0E65A-4FC0-4266-822E-91615F5F1742}" dt="2024-02-10T03:44:32.659" v="1377" actId="14100"/>
          <ac:picMkLst>
            <pc:docMk/>
            <pc:sldMk cId="385877434" sldId="280"/>
            <ac:picMk id="10" creationId="{B2DA31D7-520F-7887-ABE1-397B91162417}"/>
          </ac:picMkLst>
        </pc:picChg>
        <pc:picChg chg="del">
          <ac:chgData name="Koshika T" userId="ca1f1b3e8e1d9b27" providerId="LiveId" clId="{98D0E65A-4FC0-4266-822E-91615F5F1742}" dt="2024-02-10T03:43:45.290" v="1366" actId="478"/>
          <ac:picMkLst>
            <pc:docMk/>
            <pc:sldMk cId="385877434" sldId="280"/>
            <ac:picMk id="11" creationId="{EEBB5681-15EC-E3D8-9FF6-289E0215860B}"/>
          </ac:picMkLst>
        </pc:picChg>
        <pc:picChg chg="add mod">
          <ac:chgData name="Koshika T" userId="ca1f1b3e8e1d9b27" providerId="LiveId" clId="{98D0E65A-4FC0-4266-822E-91615F5F1742}" dt="2024-02-10T03:44:57.205" v="1384" actId="1076"/>
          <ac:picMkLst>
            <pc:docMk/>
            <pc:sldMk cId="385877434" sldId="280"/>
            <ac:picMk id="12" creationId="{12A0D2A0-D03E-23B7-207C-D6FC4566E623}"/>
          </ac:picMkLst>
        </pc:picChg>
      </pc:sldChg>
      <pc:sldChg chg="new del">
        <pc:chgData name="Koshika T" userId="ca1f1b3e8e1d9b27" providerId="LiveId" clId="{98D0E65A-4FC0-4266-822E-91615F5F1742}" dt="2024-02-10T03:45:34.770" v="1387" actId="47"/>
        <pc:sldMkLst>
          <pc:docMk/>
          <pc:sldMk cId="1773144809" sldId="281"/>
        </pc:sldMkLst>
      </pc:sldChg>
      <pc:sldChg chg="modSp del mod">
        <pc:chgData name="Koshika T" userId="ca1f1b3e8e1d9b27" providerId="LiveId" clId="{98D0E65A-4FC0-4266-822E-91615F5F1742}" dt="2024-02-10T03:45:03.566" v="1385" actId="47"/>
        <pc:sldMkLst>
          <pc:docMk/>
          <pc:sldMk cId="2063312926" sldId="281"/>
        </pc:sldMkLst>
        <pc:spChg chg="mod">
          <ac:chgData name="Koshika T" userId="ca1f1b3e8e1d9b27" providerId="LiveId" clId="{98D0E65A-4FC0-4266-822E-91615F5F1742}" dt="2024-02-10T02:41:52.679" v="1164" actId="20577"/>
          <ac:spMkLst>
            <pc:docMk/>
            <pc:sldMk cId="2063312926" sldId="281"/>
            <ac:spMk id="6" creationId="{8701798E-6463-5872-C993-51EBEA0FCC0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1730"/>
          </a:xfrm>
          <a:prstGeom prst="rect">
            <a:avLst/>
          </a:prstGeom>
        </p:spPr>
        <p:txBody>
          <a:bodyPr vert="horz" lIns="99069" tIns="49535" rIns="99069" bIns="49535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991" y="0"/>
            <a:ext cx="3078427" cy="511730"/>
          </a:xfrm>
          <a:prstGeom prst="rect">
            <a:avLst/>
          </a:prstGeom>
        </p:spPr>
        <p:txBody>
          <a:bodyPr vert="horz" lIns="99069" tIns="49535" rIns="99069" bIns="49535" rtlCol="0"/>
          <a:lstStyle>
            <a:lvl1pPr algn="r">
              <a:defRPr sz="1300"/>
            </a:lvl1pPr>
          </a:lstStyle>
          <a:p>
            <a:fld id="{121D7A57-611D-432A-865F-B725BBE1F4D4}" type="datetime1">
              <a:rPr lang="en-US" smtClean="0"/>
              <a:t>12/2/2024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1106"/>
            <a:ext cx="3078427" cy="511730"/>
          </a:xfrm>
          <a:prstGeom prst="rect">
            <a:avLst/>
          </a:prstGeom>
        </p:spPr>
        <p:txBody>
          <a:bodyPr vert="horz" lIns="99069" tIns="49535" rIns="99069" bIns="49535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991" y="9721106"/>
            <a:ext cx="3078427" cy="511730"/>
          </a:xfrm>
          <a:prstGeom prst="rect">
            <a:avLst/>
          </a:prstGeom>
        </p:spPr>
        <p:txBody>
          <a:bodyPr vert="horz" lIns="99069" tIns="49535" rIns="99069" bIns="49535" rtlCol="0" anchor="b"/>
          <a:lstStyle>
            <a:lvl1pPr algn="r">
              <a:defRPr sz="1300"/>
            </a:lvl1pPr>
          </a:lstStyle>
          <a:p>
            <a:fld id="{1F41DC61-A988-48AE-9E2B-43B1F75E6C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1730"/>
          </a:xfrm>
          <a:prstGeom prst="rect">
            <a:avLst/>
          </a:prstGeom>
        </p:spPr>
        <p:txBody>
          <a:bodyPr vert="horz" lIns="99069" tIns="49535" rIns="99069" bIns="49535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1" y="0"/>
            <a:ext cx="3078427" cy="511730"/>
          </a:xfrm>
          <a:prstGeom prst="rect">
            <a:avLst/>
          </a:prstGeom>
        </p:spPr>
        <p:txBody>
          <a:bodyPr vert="horz" lIns="99069" tIns="49535" rIns="99069" bIns="49535" rtlCol="0"/>
          <a:lstStyle>
            <a:lvl1pPr algn="r">
              <a:defRPr sz="1300"/>
            </a:lvl1pPr>
          </a:lstStyle>
          <a:p>
            <a:fld id="{BD81AC97-F41F-474A-94FF-5EED8C58205E}" type="datetime1">
              <a:rPr lang="en-US" smtClean="0"/>
              <a:t>12/2/2024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9687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9" tIns="49535" rIns="99069" bIns="4953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861442"/>
            <a:ext cx="5683250" cy="4605576"/>
          </a:xfrm>
          <a:prstGeom prst="rect">
            <a:avLst/>
          </a:prstGeom>
        </p:spPr>
        <p:txBody>
          <a:bodyPr vert="horz" lIns="99069" tIns="49535" rIns="99069" bIns="49535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8427" cy="511730"/>
          </a:xfrm>
          <a:prstGeom prst="rect">
            <a:avLst/>
          </a:prstGeom>
        </p:spPr>
        <p:txBody>
          <a:bodyPr vert="horz" lIns="99069" tIns="49535" rIns="99069" bIns="49535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1" y="9721106"/>
            <a:ext cx="3078427" cy="511730"/>
          </a:xfrm>
          <a:prstGeom prst="rect">
            <a:avLst/>
          </a:prstGeom>
        </p:spPr>
        <p:txBody>
          <a:bodyPr vert="horz" lIns="99069" tIns="49535" rIns="99069" bIns="49535" rtlCol="0" anchor="b"/>
          <a:lstStyle>
            <a:lvl1pPr algn="r">
              <a:defRPr sz="1300"/>
            </a:lvl1pPr>
          </a:lstStyle>
          <a:p>
            <a:fld id="{FB5B395C-8C1F-4FBA-874B-D6ED3BF13DA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205053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5B395C-8C1F-4FBA-874B-D6ED3BF13DA0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A0ACDB1D-1D74-416B-A0C2-9A86CA47B768}" type="datetime1">
              <a:rPr lang="en-US" smtClean="0"/>
              <a:t>12/2/2024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7FED0BD9-E025-47EB-B48F-0D1B9C33DA41}" type="datetime3">
              <a:rPr lang="en-US" smtClean="0"/>
              <a:t>2 December 2024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r>
              <a:rPr lang="en-US"/>
              <a:t>B.E. COMPUTER SCIENCE AND DESIGN</a:t>
            </a:r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51190CE3-CBD1-455D-B79C-C55DDAE1C2F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05227568-87F0-4EF9-8DE4-790FD89C68C6}" type="datetime3">
              <a:rPr lang="en-US" smtClean="0"/>
              <a:t>2 December 2024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51190CE3-CBD1-455D-B79C-C55DDAE1C2F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r>
              <a:rPr lang="en-US"/>
              <a:t>B.E. COMPUTER SCIENCE AND DESIGN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C73C0217-E57D-44CA-AF44-C29745CED56F}" type="datetime3">
              <a:rPr lang="en-US" smtClean="0"/>
              <a:t>2 December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r>
              <a:rPr lang="en-US"/>
              <a:t>B.E. COMPUTER SCIENCE AND DESIGN</a:t>
            </a:r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51190CE3-CBD1-455D-B79C-C55DDAE1C2F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E52AC-FFBE-4B17-A73D-CBDBA9E1D628}" type="datetime3">
              <a:rPr lang="en-US" smtClean="0"/>
              <a:t>2 December 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B.E. COMPUTER SCIENCE AND DESIGN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90CE3-CBD1-455D-B79C-C55DDAE1C2F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CE3E8-0750-4A5B-82B1-F1940E0B5A8E}" type="datetime3">
              <a:rPr lang="en-US" smtClean="0"/>
              <a:t>2 December 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B.E. COMPUTER SCIENCE AND DESIGN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90CE3-CBD1-455D-B79C-C55DDAE1C2F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480BAD63-1C43-4E34-8AB4-B73BD034593B}" type="datetime3">
              <a:rPr lang="en-US" smtClean="0"/>
              <a:t>2 December 2024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51190CE3-CBD1-455D-B79C-C55DDAE1C2F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r>
              <a:rPr lang="en-US"/>
              <a:t>B.E. COMPUTER SCIENCE AND DESIGN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CA7C6-9876-4A78-9C47-434DCE1C4EE5}" type="datetime3">
              <a:rPr lang="en-US" smtClean="0"/>
              <a:t>2 December 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B.E. COMPUTER SCIENCE AND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90CE3-CBD1-455D-B79C-C55DDAE1C2F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B591F706-6F1B-4184-BCA9-B1B42B372600}" type="datetime3">
              <a:rPr lang="en-US" smtClean="0"/>
              <a:t>2 December 2024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51190CE3-CBD1-455D-B79C-C55DDAE1C2F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r>
              <a:rPr lang="en-US"/>
              <a:t>B.E. COMPUTER SCIENCE AND DESIGN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82381F7C-8383-40C0-BE59-C7967F8EBCD5}" type="datetime3">
              <a:rPr lang="en-US" smtClean="0"/>
              <a:t>2 December 2024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51190CE3-CBD1-455D-B79C-C55DDAE1C2F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r>
              <a:rPr lang="en-US"/>
              <a:t>B.E. COMPUTER SCIENCE AND DESIGN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AF5C5-43DE-4630-BE8E-5A2977D39821}" type="datetime3">
              <a:rPr lang="en-US" smtClean="0"/>
              <a:t>2 December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B.E. COMPUTER SCIENCE AND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90CE3-CBD1-455D-B79C-C55DDAE1C2F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DD598-4BEB-4ABF-A29E-C9DA87CFD500}" type="datetime3">
              <a:rPr lang="en-US" smtClean="0"/>
              <a:t>2 December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B.E. COMPUTER SCIENCE AND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90CE3-CBD1-455D-B79C-C55DDAE1C2F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7CA6A11-2F88-48E7-95C7-C5D137F3C31A}" type="datetime3">
              <a:rPr lang="en-US" smtClean="0"/>
              <a:t>2 December 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B.E. COMPUTER SCIENCE AND DESIGN</a:t>
            </a:r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51190CE3-CBD1-455D-B79C-C55DDAE1C2F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AutoShape 2" descr="Image result for sns college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0" name="AutoShape 4" descr="Image result for sns college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4581" name="Picture 5" descr="C:\Users\Apple\Desktop\download (2)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0990" y="5943600"/>
            <a:ext cx="1299210" cy="838200"/>
          </a:xfrm>
          <a:prstGeom prst="rect">
            <a:avLst/>
          </a:prstGeom>
          <a:noFill/>
        </p:spPr>
      </p:pic>
      <p:pic>
        <p:nvPicPr>
          <p:cNvPr id="24582" name="Picture 6" descr="C:\Users\Apple\Desktop\SNS-College-Of-Engineering-logo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" y="228600"/>
            <a:ext cx="1600200" cy="1600200"/>
          </a:xfrm>
          <a:prstGeom prst="rect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>
            <a:off x="3886200" y="304800"/>
            <a:ext cx="502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90800" y="903233"/>
            <a:ext cx="54102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rgbClr val="002060"/>
                </a:solidFill>
              </a:rPr>
              <a:t>Plant Genesis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90800" y="2491264"/>
            <a:ext cx="2438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Candidates : </a:t>
            </a:r>
          </a:p>
          <a:p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Koshika T</a:t>
            </a:r>
            <a:endParaRPr lang="en-IN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IN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Kirthik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Kumar S</a:t>
            </a:r>
          </a:p>
          <a:p>
            <a:r>
              <a:rPr lang="en-IN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Gokulnath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N</a:t>
            </a:r>
            <a:endParaRPr lang="en-I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324100" y="5334000"/>
            <a:ext cx="594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 Department Of Computer Science &amp; Design </a:t>
            </a:r>
          </a:p>
          <a:p>
            <a:pPr algn="ctr"/>
            <a:r>
              <a:rPr lang="en-US" dirty="0">
                <a:solidFill>
                  <a:srgbClr val="7030A0"/>
                </a:solidFill>
              </a:rPr>
              <a:t>SNS College Of Engineering, Coimbatore </a:t>
            </a: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90CE3-CBD1-455D-B79C-C55DDAE1C2FE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>
          <a:xfrm rot="5400000">
            <a:off x="7429500" y="1079708"/>
            <a:ext cx="2286000" cy="381000"/>
          </a:xfrm>
        </p:spPr>
        <p:txBody>
          <a:bodyPr/>
          <a:lstStyle/>
          <a:p>
            <a:pPr algn="ctr"/>
            <a:endParaRPr lang="en-US" dirty="0"/>
          </a:p>
          <a:p>
            <a:pPr algn="ctr"/>
            <a:r>
              <a:rPr lang="en-US" dirty="0"/>
              <a:t>16 April 2024</a:t>
            </a:r>
          </a:p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22336B-1ECD-2ACF-0133-2E44148C1905}"/>
              </a:ext>
            </a:extLst>
          </p:cNvPr>
          <p:cNvSpPr txBox="1"/>
          <p:nvPr/>
        </p:nvSpPr>
        <p:spPr>
          <a:xfrm>
            <a:off x="2590800" y="1582698"/>
            <a:ext cx="5715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Your Journey to Botanical Innovation Starts Here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562015"/>
            <a:ext cx="7467600" cy="4873752"/>
          </a:xfrm>
        </p:spPr>
        <p:txBody>
          <a:bodyPr>
            <a:normAutofit/>
          </a:bodyPr>
          <a:lstStyle/>
          <a:p>
            <a:r>
              <a:rPr lang="en-GB" dirty="0"/>
              <a:t>The lack of awareness surrounding Plant Patents and the associated patenting processes represents a critical knowledge gap.</a:t>
            </a:r>
          </a:p>
          <a:p>
            <a:r>
              <a:rPr lang="en-GB" dirty="0"/>
              <a:t>This thesis aims to investigate the root causes of this deficiency and propose strategies to enhance public education, fostering a more informed and innovation-driven landscape in plant breeding and agriculture.</a:t>
            </a:r>
          </a:p>
          <a:p>
            <a:r>
              <a:rPr lang="en-GB" dirty="0"/>
              <a:t>For this we have come with a solution to address the lack of awareness about Plant Patents and patenting processes by developing an informative website.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51190CE3-CBD1-455D-B79C-C55DDAE1C2FE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  <a:p>
            <a:pPr algn="ctr"/>
            <a:r>
              <a:rPr lang="en-US" dirty="0"/>
              <a:t>16 April 2024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3BAD53-C3B9-230D-AAD8-55F0EBC5256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28799"/>
            <a:ext cx="714756" cy="7147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F7EC81D-0E8D-1B79-5B43-5002051473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223" y="130261"/>
            <a:ext cx="1207113" cy="71329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Empathy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51190CE3-CBD1-455D-B79C-C55DDAE1C2FE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  <a:p>
            <a:pPr algn="ctr"/>
            <a:r>
              <a:rPr lang="en-US" dirty="0"/>
              <a:t>16 April 2024</a:t>
            </a:r>
          </a:p>
          <a:p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06757DE-F7DD-4927-98DB-4C40FB29DAB6}"/>
              </a:ext>
            </a:extLst>
          </p:cNvPr>
          <p:cNvGrpSpPr/>
          <p:nvPr/>
        </p:nvGrpSpPr>
        <p:grpSpPr>
          <a:xfrm>
            <a:off x="762000" y="1559432"/>
            <a:ext cx="7255126" cy="4914902"/>
            <a:chOff x="2880047" y="1008195"/>
            <a:chExt cx="5626426" cy="3488773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52DA71C3-95DD-4100-A7AE-FE4A392291AA}"/>
                </a:ext>
              </a:extLst>
            </p:cNvPr>
            <p:cNvSpPr/>
            <p:nvPr/>
          </p:nvSpPr>
          <p:spPr>
            <a:xfrm>
              <a:off x="2880047" y="1008195"/>
              <a:ext cx="2836507" cy="1757909"/>
            </a:xfrm>
            <a:custGeom>
              <a:avLst/>
              <a:gdLst>
                <a:gd name="connsiteX0" fmla="*/ 0 w 1811998"/>
                <a:gd name="connsiteY0" fmla="*/ 0 h 2895600"/>
                <a:gd name="connsiteX1" fmla="*/ 1509992 w 1811998"/>
                <a:gd name="connsiteY1" fmla="*/ 0 h 2895600"/>
                <a:gd name="connsiteX2" fmla="*/ 1811998 w 1811998"/>
                <a:gd name="connsiteY2" fmla="*/ 302006 h 2895600"/>
                <a:gd name="connsiteX3" fmla="*/ 1811998 w 1811998"/>
                <a:gd name="connsiteY3" fmla="*/ 2895600 h 2895600"/>
                <a:gd name="connsiteX4" fmla="*/ 0 w 1811998"/>
                <a:gd name="connsiteY4" fmla="*/ 2895600 h 2895600"/>
                <a:gd name="connsiteX5" fmla="*/ 0 w 1811998"/>
                <a:gd name="connsiteY5" fmla="*/ 0 h 289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1998" h="2895600">
                  <a:moveTo>
                    <a:pt x="0" y="2895600"/>
                  </a:moveTo>
                  <a:lnTo>
                    <a:pt x="0" y="482610"/>
                  </a:lnTo>
                  <a:cubicBezTo>
                    <a:pt x="0" y="216072"/>
                    <a:pt x="84613" y="0"/>
                    <a:pt x="188988" y="0"/>
                  </a:cubicBezTo>
                  <a:lnTo>
                    <a:pt x="1811998" y="0"/>
                  </a:lnTo>
                  <a:lnTo>
                    <a:pt x="1811998" y="2895600"/>
                  </a:lnTo>
                  <a:lnTo>
                    <a:pt x="0" y="2895600"/>
                  </a:lnTo>
                  <a:close/>
                </a:path>
              </a:pathLst>
            </a:cu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spcFirstLastPara="0" vert="horz" wrap="square" lIns="391161" tIns="391160" rIns="391160" bIns="844160" numCol="1" spcCol="1270" anchor="ctr" anchorCtr="0">
              <a:noAutofit/>
            </a:bodyPr>
            <a:lstStyle/>
            <a:p>
              <a:pPr marL="285750" indent="-285750">
                <a:buFont typeface="Arial" pitchFamily="34" charset="0"/>
                <a:buChar char="•"/>
              </a:pPr>
              <a:endParaRPr lang="en-US" sz="1000" dirty="0"/>
            </a:p>
            <a:p>
              <a:pPr marL="285750" indent="-285750">
                <a:buFont typeface="Arial" pitchFamily="34" charset="0"/>
                <a:buChar char="•"/>
              </a:pPr>
              <a:endParaRPr lang="en-US" sz="1000" dirty="0"/>
            </a:p>
            <a:p>
              <a:pPr marL="285750" indent="-285750">
                <a:buFont typeface="Arial" pitchFamily="34" charset="0"/>
                <a:buChar char="•"/>
              </a:pPr>
              <a:endParaRPr lang="en-US" sz="1000" dirty="0"/>
            </a:p>
            <a:p>
              <a:pPr lvl="0" algn="l" defTabSz="2444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000" kern="1200" dirty="0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5FB3FBBE-D711-41E3-BDB5-3B78B52C81A3}"/>
                </a:ext>
              </a:extLst>
            </p:cNvPr>
            <p:cNvSpPr/>
            <p:nvPr/>
          </p:nvSpPr>
          <p:spPr>
            <a:xfrm>
              <a:off x="5727171" y="1008195"/>
              <a:ext cx="2766796" cy="1811998"/>
            </a:xfrm>
            <a:custGeom>
              <a:avLst/>
              <a:gdLst>
                <a:gd name="connsiteX0" fmla="*/ 0 w 2895600"/>
                <a:gd name="connsiteY0" fmla="*/ 0 h 1811998"/>
                <a:gd name="connsiteX1" fmla="*/ 2593594 w 2895600"/>
                <a:gd name="connsiteY1" fmla="*/ 0 h 1811998"/>
                <a:gd name="connsiteX2" fmla="*/ 2895600 w 2895600"/>
                <a:gd name="connsiteY2" fmla="*/ 302006 h 1811998"/>
                <a:gd name="connsiteX3" fmla="*/ 2895600 w 2895600"/>
                <a:gd name="connsiteY3" fmla="*/ 1811998 h 1811998"/>
                <a:gd name="connsiteX4" fmla="*/ 0 w 2895600"/>
                <a:gd name="connsiteY4" fmla="*/ 1811998 h 1811998"/>
                <a:gd name="connsiteX5" fmla="*/ 0 w 2895600"/>
                <a:gd name="connsiteY5" fmla="*/ 0 h 1811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95600" h="1811998">
                  <a:moveTo>
                    <a:pt x="0" y="0"/>
                  </a:moveTo>
                  <a:lnTo>
                    <a:pt x="2593594" y="0"/>
                  </a:lnTo>
                  <a:cubicBezTo>
                    <a:pt x="2760387" y="0"/>
                    <a:pt x="2895600" y="135213"/>
                    <a:pt x="2895600" y="302006"/>
                  </a:cubicBezTo>
                  <a:lnTo>
                    <a:pt x="2895600" y="1811998"/>
                  </a:lnTo>
                  <a:lnTo>
                    <a:pt x="0" y="1811998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spcFirstLastPara="0" vert="horz" wrap="square" lIns="348488" tIns="348488" rIns="348488" bIns="801488" numCol="1" spcCol="1270" anchor="ctr" anchorCtr="0">
              <a:noAutofit/>
            </a:bodyPr>
            <a:lstStyle/>
            <a:p>
              <a:pPr defTabSz="2178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600" b="1" dirty="0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18315A58-B478-4AE9-93F0-A7D56222D407}"/>
                </a:ext>
              </a:extLst>
            </p:cNvPr>
            <p:cNvSpPr/>
            <p:nvPr/>
          </p:nvSpPr>
          <p:spPr>
            <a:xfrm>
              <a:off x="2880047" y="2684969"/>
              <a:ext cx="2895601" cy="1811999"/>
            </a:xfrm>
            <a:custGeom>
              <a:avLst/>
              <a:gdLst>
                <a:gd name="connsiteX0" fmla="*/ 0 w 2895600"/>
                <a:gd name="connsiteY0" fmla="*/ 0 h 1811998"/>
                <a:gd name="connsiteX1" fmla="*/ 2593594 w 2895600"/>
                <a:gd name="connsiteY1" fmla="*/ 0 h 1811998"/>
                <a:gd name="connsiteX2" fmla="*/ 2895600 w 2895600"/>
                <a:gd name="connsiteY2" fmla="*/ 302006 h 1811998"/>
                <a:gd name="connsiteX3" fmla="*/ 2895600 w 2895600"/>
                <a:gd name="connsiteY3" fmla="*/ 1811998 h 1811998"/>
                <a:gd name="connsiteX4" fmla="*/ 0 w 2895600"/>
                <a:gd name="connsiteY4" fmla="*/ 1811998 h 1811998"/>
                <a:gd name="connsiteX5" fmla="*/ 0 w 2895600"/>
                <a:gd name="connsiteY5" fmla="*/ 0 h 1811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95600" h="1811998">
                  <a:moveTo>
                    <a:pt x="2895600" y="1811997"/>
                  </a:moveTo>
                  <a:lnTo>
                    <a:pt x="302006" y="1811997"/>
                  </a:lnTo>
                  <a:cubicBezTo>
                    <a:pt x="135213" y="1811997"/>
                    <a:pt x="0" y="1676784"/>
                    <a:pt x="0" y="1509991"/>
                  </a:cubicBezTo>
                  <a:lnTo>
                    <a:pt x="0" y="1"/>
                  </a:lnTo>
                  <a:lnTo>
                    <a:pt x="2895600" y="1"/>
                  </a:lnTo>
                  <a:lnTo>
                    <a:pt x="2895600" y="1811997"/>
                  </a:lnTo>
                  <a:close/>
                </a:path>
              </a:pathLst>
            </a:cu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spcFirstLastPara="0" vert="horz" wrap="square" lIns="99567" tIns="552569" rIns="99569" bIns="99568" numCol="1" spcCol="1270" anchor="ctr" anchorCtr="0">
              <a:noAutofit/>
            </a:bodyPr>
            <a:lstStyle/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400" kern="12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5FD8AF79-54DF-4B46-AA7F-5CB06B1D1781}"/>
                </a:ext>
              </a:extLst>
            </p:cNvPr>
            <p:cNvSpPr/>
            <p:nvPr/>
          </p:nvSpPr>
          <p:spPr>
            <a:xfrm>
              <a:off x="5739677" y="2766105"/>
              <a:ext cx="2766796" cy="1730863"/>
            </a:xfrm>
            <a:custGeom>
              <a:avLst/>
              <a:gdLst>
                <a:gd name="connsiteX0" fmla="*/ 0 w 1811998"/>
                <a:gd name="connsiteY0" fmla="*/ 0 h 2895600"/>
                <a:gd name="connsiteX1" fmla="*/ 1509992 w 1811998"/>
                <a:gd name="connsiteY1" fmla="*/ 0 h 2895600"/>
                <a:gd name="connsiteX2" fmla="*/ 1811998 w 1811998"/>
                <a:gd name="connsiteY2" fmla="*/ 302006 h 2895600"/>
                <a:gd name="connsiteX3" fmla="*/ 1811998 w 1811998"/>
                <a:gd name="connsiteY3" fmla="*/ 2895600 h 2895600"/>
                <a:gd name="connsiteX4" fmla="*/ 0 w 1811998"/>
                <a:gd name="connsiteY4" fmla="*/ 2895600 h 2895600"/>
                <a:gd name="connsiteX5" fmla="*/ 0 w 1811998"/>
                <a:gd name="connsiteY5" fmla="*/ 0 h 289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1998" h="2895600">
                  <a:moveTo>
                    <a:pt x="1811998" y="1"/>
                  </a:moveTo>
                  <a:lnTo>
                    <a:pt x="1811998" y="2412989"/>
                  </a:lnTo>
                  <a:cubicBezTo>
                    <a:pt x="1811998" y="2679527"/>
                    <a:pt x="1727385" y="2895599"/>
                    <a:pt x="1623010" y="2895599"/>
                  </a:cubicBezTo>
                  <a:lnTo>
                    <a:pt x="0" y="2895599"/>
                  </a:lnTo>
                  <a:lnTo>
                    <a:pt x="0" y="1"/>
                  </a:lnTo>
                  <a:lnTo>
                    <a:pt x="1811998" y="1"/>
                  </a:lnTo>
                  <a:close/>
                </a:path>
              </a:pathLst>
            </a:cu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spcFirstLastPara="0" vert="horz" wrap="square" lIns="64008" tIns="517008" rIns="64008" bIns="64008" numCol="1" spcCol="1270" anchor="ctr" anchorCtr="0">
              <a:noAutofit/>
            </a:bodyPr>
            <a:lstStyle/>
            <a:p>
              <a:pPr lvl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2000" b="1" kern="12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779328B5-F3C8-41A2-9E52-2CCEE2924287}"/>
                </a:ext>
              </a:extLst>
            </p:cNvPr>
            <p:cNvSpPr/>
            <p:nvPr/>
          </p:nvSpPr>
          <p:spPr>
            <a:xfrm>
              <a:off x="5000498" y="2504104"/>
              <a:ext cx="1337870" cy="708015"/>
            </a:xfrm>
            <a:custGeom>
              <a:avLst/>
              <a:gdLst>
                <a:gd name="connsiteX0" fmla="*/ 0 w 1737360"/>
                <a:gd name="connsiteY0" fmla="*/ 151003 h 905999"/>
                <a:gd name="connsiteX1" fmla="*/ 151003 w 1737360"/>
                <a:gd name="connsiteY1" fmla="*/ 0 h 905999"/>
                <a:gd name="connsiteX2" fmla="*/ 1586357 w 1737360"/>
                <a:gd name="connsiteY2" fmla="*/ 0 h 905999"/>
                <a:gd name="connsiteX3" fmla="*/ 1737360 w 1737360"/>
                <a:gd name="connsiteY3" fmla="*/ 151003 h 905999"/>
                <a:gd name="connsiteX4" fmla="*/ 1737360 w 1737360"/>
                <a:gd name="connsiteY4" fmla="*/ 754996 h 905999"/>
                <a:gd name="connsiteX5" fmla="*/ 1586357 w 1737360"/>
                <a:gd name="connsiteY5" fmla="*/ 905999 h 905999"/>
                <a:gd name="connsiteX6" fmla="*/ 151003 w 1737360"/>
                <a:gd name="connsiteY6" fmla="*/ 905999 h 905999"/>
                <a:gd name="connsiteX7" fmla="*/ 0 w 1737360"/>
                <a:gd name="connsiteY7" fmla="*/ 754996 h 905999"/>
                <a:gd name="connsiteX8" fmla="*/ 0 w 1737360"/>
                <a:gd name="connsiteY8" fmla="*/ 151003 h 905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37360" h="905999">
                  <a:moveTo>
                    <a:pt x="0" y="151003"/>
                  </a:moveTo>
                  <a:cubicBezTo>
                    <a:pt x="0" y="67606"/>
                    <a:pt x="67606" y="0"/>
                    <a:pt x="151003" y="0"/>
                  </a:cubicBezTo>
                  <a:lnTo>
                    <a:pt x="1586357" y="0"/>
                  </a:lnTo>
                  <a:cubicBezTo>
                    <a:pt x="1669754" y="0"/>
                    <a:pt x="1737360" y="67606"/>
                    <a:pt x="1737360" y="151003"/>
                  </a:cubicBezTo>
                  <a:lnTo>
                    <a:pt x="1737360" y="754996"/>
                  </a:lnTo>
                  <a:cubicBezTo>
                    <a:pt x="1737360" y="838393"/>
                    <a:pt x="1669754" y="905999"/>
                    <a:pt x="1586357" y="905999"/>
                  </a:cubicBezTo>
                  <a:lnTo>
                    <a:pt x="151003" y="905999"/>
                  </a:lnTo>
                  <a:cubicBezTo>
                    <a:pt x="67606" y="905999"/>
                    <a:pt x="0" y="838393"/>
                    <a:pt x="0" y="754996"/>
                  </a:cubicBezTo>
                  <a:lnTo>
                    <a:pt x="0" y="151003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5187" tIns="105187" rIns="105187" bIns="105187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kern="1200" dirty="0"/>
                <a:t>CUSTOMER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2937F776-1FAB-B4C0-D533-AD610585A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06" y="77450"/>
            <a:ext cx="713294" cy="71329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DD5DF04-D9AC-C96B-F805-B30565B0F2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1243" y="132844"/>
            <a:ext cx="1207113" cy="71329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7AD7247-0CAB-4A9D-CD53-69F60BE5EDA0}"/>
              </a:ext>
            </a:extLst>
          </p:cNvPr>
          <p:cNvSpPr txBox="1"/>
          <p:nvPr/>
        </p:nvSpPr>
        <p:spPr>
          <a:xfrm>
            <a:off x="4898136" y="1978227"/>
            <a:ext cx="2735645" cy="16389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Thinks</a:t>
            </a:r>
          </a:p>
          <a:p>
            <a:pPr algn="ctr"/>
            <a:r>
              <a:rPr lang="en-US" sz="1050" dirty="0"/>
              <a:t> </a:t>
            </a:r>
          </a:p>
          <a:p>
            <a:pPr algn="ctr"/>
            <a:r>
              <a:rPr lang="en-GB" sz="1400" b="0" i="0" u="none" strike="noStrike" dirty="0">
                <a:solidFill>
                  <a:srgbClr val="000000"/>
                </a:solidFill>
                <a:effectLst/>
                <a:latin typeface="YAFdJoNRMmU 0"/>
              </a:rPr>
              <a:t>No difficult options</a:t>
            </a:r>
          </a:p>
          <a:p>
            <a:pPr algn="ctr"/>
            <a:r>
              <a:rPr lang="en-GB" sz="1400" dirty="0">
                <a:solidFill>
                  <a:srgbClr val="000000"/>
                </a:solidFill>
                <a:latin typeface="YAFdJoNRMmU 0"/>
              </a:rPr>
              <a:t>are used which</a:t>
            </a:r>
          </a:p>
          <a:p>
            <a:pPr algn="ctr"/>
            <a:r>
              <a:rPr lang="en-GB" sz="1400" dirty="0">
                <a:solidFill>
                  <a:srgbClr val="000000"/>
                </a:solidFill>
                <a:latin typeface="YAFdJoNRMmU 0"/>
              </a:rPr>
              <a:t>make harder to</a:t>
            </a:r>
          </a:p>
          <a:p>
            <a:pPr algn="ctr"/>
            <a:r>
              <a:rPr lang="en-GB" sz="1400" dirty="0">
                <a:solidFill>
                  <a:srgbClr val="000000"/>
                </a:solidFill>
                <a:latin typeface="YAFdJoNRMmU 0"/>
              </a:rPr>
              <a:t>understand for</a:t>
            </a:r>
          </a:p>
          <a:p>
            <a:pPr algn="ctr"/>
            <a:r>
              <a:rPr lang="en-GB" sz="1400" dirty="0">
                <a:solidFill>
                  <a:srgbClr val="000000"/>
                </a:solidFill>
                <a:latin typeface="YAFdJoNRMmU 0"/>
              </a:rPr>
              <a:t>people</a:t>
            </a:r>
            <a:endParaRPr lang="en-US" sz="105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C45DD7-971E-76B1-CCCA-9A153438E92A}"/>
              </a:ext>
            </a:extLst>
          </p:cNvPr>
          <p:cNvSpPr txBox="1"/>
          <p:nvPr/>
        </p:nvSpPr>
        <p:spPr>
          <a:xfrm>
            <a:off x="1084516" y="2136521"/>
            <a:ext cx="3012568" cy="1208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Says</a:t>
            </a:r>
          </a:p>
          <a:p>
            <a:pPr algn="ctr"/>
            <a:r>
              <a:rPr lang="en-US" sz="1050" dirty="0"/>
              <a:t> </a:t>
            </a:r>
          </a:p>
          <a:p>
            <a:pPr algn="ctr"/>
            <a:r>
              <a:rPr lang="en-GB" sz="1400" dirty="0">
                <a:solidFill>
                  <a:srgbClr val="000000"/>
                </a:solidFill>
                <a:effectLst/>
                <a:latin typeface="YAFdJoNRMmU 0"/>
              </a:rPr>
              <a:t>People can easily</a:t>
            </a:r>
          </a:p>
          <a:p>
            <a:pPr algn="ctr"/>
            <a:r>
              <a:rPr lang="en-GB" sz="1400" dirty="0">
                <a:solidFill>
                  <a:srgbClr val="000000"/>
                </a:solidFill>
                <a:latin typeface="YAFdJoNRMmU 0"/>
              </a:rPr>
              <a:t>understand if </a:t>
            </a:r>
          </a:p>
          <a:p>
            <a:pPr algn="ctr"/>
            <a:r>
              <a:rPr lang="en-GB" sz="1400" dirty="0">
                <a:solidFill>
                  <a:srgbClr val="000000"/>
                </a:solidFill>
                <a:latin typeface="YAFdJoNRMmU 0"/>
              </a:rPr>
              <a:t>it is patent able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43BCC5-5D61-75D0-6691-03E5D9DF04FB}"/>
              </a:ext>
            </a:extLst>
          </p:cNvPr>
          <p:cNvSpPr txBox="1"/>
          <p:nvPr/>
        </p:nvSpPr>
        <p:spPr>
          <a:xfrm>
            <a:off x="1049939" y="4697516"/>
            <a:ext cx="2911437" cy="1208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Does</a:t>
            </a:r>
          </a:p>
          <a:p>
            <a:pPr algn="ctr"/>
            <a:r>
              <a:rPr lang="en-US" sz="1050" dirty="0"/>
              <a:t> </a:t>
            </a:r>
          </a:p>
          <a:p>
            <a:pPr algn="ctr"/>
            <a:r>
              <a:rPr lang="en-GB" sz="1400" b="0" i="0" u="none" strike="noStrike" dirty="0">
                <a:solidFill>
                  <a:srgbClr val="000000"/>
                </a:solidFill>
                <a:effectLst/>
                <a:latin typeface="YAFdJoNRMmU 0"/>
              </a:rPr>
              <a:t>A</a:t>
            </a:r>
            <a:r>
              <a:rPr lang="en-GB" sz="1400" dirty="0">
                <a:solidFill>
                  <a:srgbClr val="000000"/>
                </a:solidFill>
                <a:latin typeface="YAFdJoNRMmU 0"/>
              </a:rPr>
              <a:t>void spam calls,</a:t>
            </a:r>
          </a:p>
          <a:p>
            <a:pPr algn="ctr"/>
            <a:r>
              <a:rPr lang="en-GB" sz="1400" dirty="0">
                <a:solidFill>
                  <a:srgbClr val="000000"/>
                </a:solidFill>
                <a:latin typeface="YAFdJoNRMmU 0"/>
              </a:rPr>
              <a:t>message</a:t>
            </a:r>
          </a:p>
          <a:p>
            <a:pPr algn="ctr"/>
            <a:r>
              <a:rPr lang="en-GB" sz="1400" dirty="0">
                <a:solidFill>
                  <a:srgbClr val="000000"/>
                </a:solidFill>
                <a:latin typeface="YAFdJoNRMmU 0"/>
              </a:rPr>
              <a:t>and emails</a:t>
            </a:r>
            <a:endParaRPr lang="en-US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715C5EA-090B-6BEF-264B-4663756040D5}"/>
              </a:ext>
            </a:extLst>
          </p:cNvPr>
          <p:cNvSpPr txBox="1"/>
          <p:nvPr/>
        </p:nvSpPr>
        <p:spPr>
          <a:xfrm>
            <a:off x="4810239" y="4678908"/>
            <a:ext cx="2911437" cy="1423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Feels</a:t>
            </a:r>
          </a:p>
          <a:p>
            <a:pPr algn="ctr"/>
            <a:r>
              <a:rPr lang="en-US" sz="1050" dirty="0"/>
              <a:t> </a:t>
            </a:r>
          </a:p>
          <a:p>
            <a:pPr algn="ctr"/>
            <a:r>
              <a:rPr lang="en-GB" sz="1400" b="0" i="0" u="none" strike="noStrike" dirty="0">
                <a:solidFill>
                  <a:srgbClr val="000000"/>
                </a:solidFill>
                <a:effectLst/>
                <a:latin typeface="YAFdJoNRMmU 0"/>
              </a:rPr>
              <a:t>Can be able to set</a:t>
            </a:r>
          </a:p>
          <a:p>
            <a:pPr algn="ctr"/>
            <a:r>
              <a:rPr lang="en-GB" sz="1400" dirty="0">
                <a:solidFill>
                  <a:srgbClr val="000000"/>
                </a:solidFill>
                <a:latin typeface="YAFdJoNRMmU 0"/>
              </a:rPr>
              <a:t>understandable </a:t>
            </a:r>
          </a:p>
          <a:p>
            <a:pPr algn="ctr"/>
            <a:r>
              <a:rPr lang="en-GB" sz="1400" dirty="0">
                <a:solidFill>
                  <a:srgbClr val="000000"/>
                </a:solidFill>
                <a:latin typeface="YAFdJoNRMmU 0"/>
              </a:rPr>
              <a:t>language which</a:t>
            </a:r>
          </a:p>
          <a:p>
            <a:pPr algn="ctr"/>
            <a:r>
              <a:rPr lang="en-GB" sz="1400" dirty="0">
                <a:solidFill>
                  <a:srgbClr val="000000"/>
                </a:solidFill>
                <a:latin typeface="YAFdJoNRMmU 0"/>
              </a:rPr>
              <a:t>p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YAFdJoNRMmU 0"/>
              </a:rPr>
              <a:t>eople want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371600"/>
            <a:ext cx="7315200" cy="5023930"/>
          </a:xfrm>
        </p:spPr>
        <p:txBody>
          <a:bodyPr>
            <a:normAutofit/>
          </a:bodyPr>
          <a:lstStyle/>
          <a:p>
            <a:r>
              <a:rPr lang="en-GB" dirty="0"/>
              <a:t>The objective is to facilitate the patenting process for innovators by providing comprehensive guidance through our dedicated website. </a:t>
            </a:r>
          </a:p>
          <a:p>
            <a:r>
              <a:rPr lang="en-GB" dirty="0"/>
              <a:t>By offering clear and accessible paths, the platform aims to empower individuals to successfully navigate the intricacies of patenting, ensuring that their innovations and inventions receive the necessary protection. </a:t>
            </a:r>
          </a:p>
          <a:p>
            <a:r>
              <a:rPr lang="en-GB" dirty="0"/>
              <a:t>The goal is to enhance accessibility and streamline the patent application journey, fostering a more innovation-friendly environment. 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51190CE3-CBD1-455D-B79C-C55DDAE1C2FE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  <a:p>
            <a:pPr algn="ctr"/>
            <a:r>
              <a:rPr lang="en-US" dirty="0"/>
              <a:t>16 April 2024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47FBB9-9499-69B9-804C-7F1805BB5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" y="132844"/>
            <a:ext cx="713294" cy="7132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6F7F3CC-49A6-8D2D-5711-7F37B3C9EE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114" y="132844"/>
            <a:ext cx="1205222" cy="71329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Define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575412"/>
            <a:ext cx="7315200" cy="2133600"/>
          </a:xfrm>
        </p:spPr>
        <p:txBody>
          <a:bodyPr>
            <a:normAutofit fontScale="25000" lnSpcReduction="20000"/>
          </a:bodyPr>
          <a:lstStyle/>
          <a:p>
            <a:r>
              <a:rPr lang="en-GB" sz="9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We’ve addressed the lack of awareness about Plant Patents through an informative website. This user-friendly guide consolidates diverse registration methods, easing the stress of the patenting process. </a:t>
            </a:r>
          </a:p>
          <a:p>
            <a:r>
              <a:rPr lang="en-GB" sz="9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Our platform empowers individuals to efficiently navigate and understand plant patent intricacies. The objective is to facilitate patenting for innovators by providing comprehensive guidance.</a:t>
            </a:r>
          </a:p>
          <a:p>
            <a:r>
              <a:rPr lang="en-GB" sz="9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With clear paths, the platform ensures that innovations receive necessary protection, enhancing accessibility and streamlining the patent application journey. Our goal is to foster a more innovation-friendly environment.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51190CE3-CBD1-455D-B79C-C55DDAE1C2FE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  <a:p>
            <a:pPr algn="ctr"/>
            <a:r>
              <a:rPr lang="en-US" dirty="0"/>
              <a:t>16 April 2024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FA230D-B435-E504-3AB0-8A0712CAC5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6864"/>
            <a:ext cx="713294" cy="7132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1EE1603-0159-968E-C1A8-EF86EEE23D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1243" y="116864"/>
            <a:ext cx="1207113" cy="71329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B0182-83C2-DB44-9940-DB0A4E415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41FBC-B0CC-0BEB-240E-C7E447060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Ideate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C290C-4539-F531-F386-095A4E88773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575412"/>
            <a:ext cx="7162800" cy="2133600"/>
          </a:xfrm>
        </p:spPr>
        <p:txBody>
          <a:bodyPr>
            <a:normAutofit fontScale="25000" lnSpcReduction="20000"/>
          </a:bodyPr>
          <a:lstStyle/>
          <a:p>
            <a:r>
              <a:rPr lang="en-GB" sz="9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primary objective of this project is to design and implement a dynamic website that fulfils specific user requirements.</a:t>
            </a:r>
          </a:p>
          <a:p>
            <a:r>
              <a:rPr lang="en-GB" sz="9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website will be developed using HTML for structuring, CSS for styling and JavaScript for enhancing user interactivity.</a:t>
            </a:r>
          </a:p>
          <a:p>
            <a:r>
              <a:rPr lang="en-GB" sz="9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Google Apps Script will be employed to handle server-side functionalities and interactions with Google services, allowing for a streamlined and efficient web application.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FFE911-5CEB-9E0E-7C57-FDEF2D97B2A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51190CE3-CBD1-455D-B79C-C55DDAE1C2FE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6601B9F-C493-E6DA-A361-FB41B437C91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  <a:p>
            <a:pPr algn="ctr"/>
            <a:r>
              <a:rPr lang="en-US" dirty="0"/>
              <a:t>16 April 2024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50FF70-4268-4CCA-58AF-B67043A56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6864"/>
            <a:ext cx="713294" cy="7132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94FA0CC-5D06-08F2-2204-EE774134B0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1243" y="116864"/>
            <a:ext cx="1207113" cy="713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976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Prototype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51190CE3-CBD1-455D-B79C-C55DDAE1C2FE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  <a:p>
            <a:pPr algn="ctr"/>
            <a:r>
              <a:rPr lang="en-US" dirty="0"/>
              <a:t>16 April 2024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12353F-D8D1-98D2-D50E-166061A8FB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" y="132844"/>
            <a:ext cx="713294" cy="7132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6C597A0-201D-5A29-D195-03A6AAD332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247" y="132844"/>
            <a:ext cx="1207113" cy="713294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41E2B4A-4CC7-8A14-B545-68F8F888408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6527A02-2B1E-3545-E482-413CBDA4D0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8099" y="1555527"/>
            <a:ext cx="4365802" cy="248154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B3DB9FD-3BF5-E04F-B39B-40FFB10300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1430" y="4565465"/>
            <a:ext cx="4365802" cy="209104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Prototype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51190CE3-CBD1-455D-B79C-C55DDAE1C2FE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  <a:p>
            <a:pPr algn="ctr"/>
            <a:r>
              <a:rPr lang="en-US" dirty="0"/>
              <a:t>16 April 2024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12353F-D8D1-98D2-D50E-166061A8FB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" y="132844"/>
            <a:ext cx="713294" cy="7132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6C597A0-201D-5A29-D195-03A6AAD332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247" y="132844"/>
            <a:ext cx="1207113" cy="713294"/>
          </a:xfrm>
          <a:prstGeom prst="rect">
            <a:avLst/>
          </a:prstGeom>
        </p:spPr>
      </p:pic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64A50874-3A9F-3899-63F0-3F6F32CEE70E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4"/>
          <a:stretch>
            <a:fillRect/>
          </a:stretch>
        </p:blipFill>
        <p:spPr>
          <a:xfrm>
            <a:off x="1714500" y="1559432"/>
            <a:ext cx="4953000" cy="268074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98AE97E-A647-B263-A179-146DC2DC01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4500" y="4495800"/>
            <a:ext cx="4953000" cy="1880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0557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Prototype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51190CE3-CBD1-455D-B79C-C55DDAE1C2FE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  <a:p>
            <a:pPr algn="ctr"/>
            <a:r>
              <a:rPr lang="en-US" dirty="0"/>
              <a:t>16 April 2024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12353F-D8D1-98D2-D50E-166061A8FB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" y="132844"/>
            <a:ext cx="713294" cy="7132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6C597A0-201D-5A29-D195-03A6AAD332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247" y="132844"/>
            <a:ext cx="1207113" cy="713294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41E2B4A-4CC7-8A14-B545-68F8F888408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7AC876-5EC8-C0D1-79FA-B7412DF3AC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5045" y="1527664"/>
            <a:ext cx="4474845" cy="19013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302583-B4B2-4A61-4D8F-7222B47F68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2200" y="3611562"/>
            <a:ext cx="4419600" cy="2990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0265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Methodology </a:t>
            </a:r>
          </a:p>
        </p:txBody>
      </p:sp>
      <p:sp>
        <p:nvSpPr>
          <p:cNvPr id="6" name="Rectangle 5"/>
          <p:cNvSpPr/>
          <p:nvPr/>
        </p:nvSpPr>
        <p:spPr>
          <a:xfrm>
            <a:off x="2205035" y="1889894"/>
            <a:ext cx="3352800" cy="685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Get </a:t>
            </a:r>
            <a:r>
              <a:rPr lang="en-US"/>
              <a:t>inputs from user</a:t>
            </a:r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51190CE3-CBD1-455D-B79C-C55DDAE1C2FE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  <a:p>
            <a:pPr algn="ctr"/>
            <a:r>
              <a:rPr lang="en-US" dirty="0"/>
              <a:t>16 April 2024</a:t>
            </a:r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332A519-5CD1-BB02-73A2-C387E388C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2844"/>
            <a:ext cx="713294" cy="71329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A7B36E0-FB18-B65F-3E95-D47B4BEFCA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1243" y="132844"/>
            <a:ext cx="1207113" cy="71329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29FCE4D-C9E2-F06F-6D81-AA4D95C52CA8}"/>
              </a:ext>
            </a:extLst>
          </p:cNvPr>
          <p:cNvSpPr/>
          <p:nvPr/>
        </p:nvSpPr>
        <p:spPr>
          <a:xfrm>
            <a:off x="2202654" y="2981277"/>
            <a:ext cx="3352800" cy="685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the mails 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53B824A-677F-772E-1057-66E9DD9BAEF2}"/>
              </a:ext>
            </a:extLst>
          </p:cNvPr>
          <p:cNvCxnSpPr/>
          <p:nvPr/>
        </p:nvCxnSpPr>
        <p:spPr>
          <a:xfrm rot="5400000">
            <a:off x="3727448" y="2810965"/>
            <a:ext cx="3048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A2E64B2-817D-27FC-2550-1466576642F2}"/>
              </a:ext>
            </a:extLst>
          </p:cNvPr>
          <p:cNvCxnSpPr/>
          <p:nvPr/>
        </p:nvCxnSpPr>
        <p:spPr>
          <a:xfrm rot="5400000">
            <a:off x="3725860" y="3842152"/>
            <a:ext cx="3048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AFE36248-17BA-F55D-EC6B-41C8D062F000}"/>
              </a:ext>
            </a:extLst>
          </p:cNvPr>
          <p:cNvSpPr/>
          <p:nvPr/>
        </p:nvSpPr>
        <p:spPr>
          <a:xfrm>
            <a:off x="2202654" y="3995346"/>
            <a:ext cx="3352800" cy="685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Give the results to people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Conclusion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569371"/>
            <a:ext cx="7467600" cy="4873752"/>
          </a:xfrm>
        </p:spPr>
        <p:txBody>
          <a:bodyPr/>
          <a:lstStyle/>
          <a:p>
            <a:r>
              <a:rPr lang="en-GB" dirty="0"/>
              <a:t>In conclusion, it undergoes the pivotal role of patenting in safeguarding a myriad of ideas.</a:t>
            </a:r>
          </a:p>
          <a:p>
            <a:r>
              <a:rPr lang="en-GB" dirty="0"/>
              <a:t>By facilitating the patenting process, the research contributes to the protection of intellectual property, fostering a conducive environment for innovation.</a:t>
            </a:r>
          </a:p>
          <a:p>
            <a:r>
              <a:rPr lang="en-GB" dirty="0"/>
              <a:t>Ultimately, this initiative not only preserves existing ideas but also actively promotes the introduction of novel concepts, thereby enriching the intellectual landscape for the benefit of society at large.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51190CE3-CBD1-455D-B79C-C55DDAE1C2FE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  <a:p>
            <a:pPr algn="ctr"/>
            <a:r>
              <a:rPr lang="en-US" dirty="0"/>
              <a:t>16 April 2024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34DE44-5037-D72A-D16E-554FBE748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32844"/>
            <a:ext cx="713294" cy="7132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975F83F-B1CD-F738-1A0D-25ACBA2F4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2156" y="132844"/>
            <a:ext cx="1207113" cy="71329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419225" y="1953487"/>
            <a:ext cx="5667375" cy="31700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0000" dirty="0">
                <a:solidFill>
                  <a:schemeClr val="accent1"/>
                </a:solidFill>
                <a:effectLst>
                  <a:outerShdw blurRad="75057" dist="38100" dir="5400000" sy="-20000" rotWithShape="0">
                    <a:prstClr val="black">
                      <a:alpha val="25000"/>
                    </a:prstClr>
                  </a:outerShdw>
                </a:effectLst>
              </a:rPr>
              <a:t>THANK YU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51190CE3-CBD1-455D-B79C-C55DDAE1C2FE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  <a:p>
            <a:pPr algn="ctr"/>
            <a:r>
              <a:rPr lang="en-US" dirty="0"/>
              <a:t>16 April 2024</a:t>
            </a:r>
          </a:p>
          <a:p>
            <a:endParaRPr lang="en-US" dirty="0"/>
          </a:p>
        </p:txBody>
      </p:sp>
      <p:pic>
        <p:nvPicPr>
          <p:cNvPr id="1026" name="Picture 2" descr="Blue Thank You Images - Free Download on Freepik">
            <a:extLst>
              <a:ext uri="{FF2B5EF4-FFF2-40B4-BE49-F238E27FC236}">
                <a16:creationId xmlns:a16="http://schemas.microsoft.com/office/drawing/2014/main" id="{E34FC4C0-BD30-AB17-B8F2-CBB38FAB89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0"/>
            <a:ext cx="7543800" cy="7173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5300</TotalTime>
  <Words>534</Words>
  <Application>Microsoft Office PowerPoint</Application>
  <PresentationFormat>On-screen Show (4:3)</PresentationFormat>
  <Paragraphs>102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Century Schoolbook</vt:lpstr>
      <vt:lpstr>Times New Roman</vt:lpstr>
      <vt:lpstr>Wingdings</vt:lpstr>
      <vt:lpstr>Wingdings 2</vt:lpstr>
      <vt:lpstr>YAFdJoNRMmU 0</vt:lpstr>
      <vt:lpstr>Oriel</vt:lpstr>
      <vt:lpstr>PowerPoint Presentation</vt:lpstr>
      <vt:lpstr>   Introduction</vt:lpstr>
      <vt:lpstr>   Empathy</vt:lpstr>
      <vt:lpstr>   Objective</vt:lpstr>
      <vt:lpstr>   Define</vt:lpstr>
      <vt:lpstr>   Ideate</vt:lpstr>
      <vt:lpstr>  Prototype</vt:lpstr>
      <vt:lpstr>   Prototype</vt:lpstr>
      <vt:lpstr>  Prototype</vt:lpstr>
      <vt:lpstr>   Methodology </vt:lpstr>
      <vt:lpstr>  Conclusion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Apple</dc:creator>
  <cp:lastModifiedBy>Koshika T</cp:lastModifiedBy>
  <cp:revision>36</cp:revision>
  <cp:lastPrinted>2024-04-20T12:39:21Z</cp:lastPrinted>
  <dcterms:created xsi:type="dcterms:W3CDTF">2016-02-14T22:45:30Z</dcterms:created>
  <dcterms:modified xsi:type="dcterms:W3CDTF">2024-12-02T10:21:50Z</dcterms:modified>
</cp:coreProperties>
</file>