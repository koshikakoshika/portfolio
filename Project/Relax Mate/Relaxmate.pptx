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56" r:id="rId2"/>
    <p:sldId id="268" r:id="rId3"/>
    <p:sldId id="269" r:id="rId4"/>
    <p:sldId id="286" r:id="rId5"/>
    <p:sldId id="278" r:id="rId6"/>
    <p:sldId id="279" r:id="rId7"/>
    <p:sldId id="281" r:id="rId8"/>
    <p:sldId id="283" r:id="rId9"/>
    <p:sldId id="282" r:id="rId10"/>
    <p:sldId id="285" r:id="rId11"/>
    <p:sldId id="284" r:id="rId12"/>
    <p:sldId id="266" r:id="rId13"/>
  </p:sldIdLst>
  <p:sldSz cx="9144000" cy="6858000" type="screen4x3"/>
  <p:notesSz cx="6889750" cy="100218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DA2FE5-4D88-4C54-A65E-6E1C279277F2}" v="18" dt="2024-02-09T16:50:28.236"/>
    <p1510:client id="{98D0E65A-4FC0-4266-822E-91615F5F1742}" v="19" dt="2024-02-10T03:44:16.3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6" d="100"/>
          <a:sy n="96" d="100"/>
        </p:scale>
        <p:origin x="1233"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shika T" userId="ca1f1b3e8e1d9b27" providerId="LiveId" clId="{98D0E65A-4FC0-4266-822E-91615F5F1742}"/>
    <pc:docChg chg="undo custSel addSld delSld modSld">
      <pc:chgData name="Koshika T" userId="ca1f1b3e8e1d9b27" providerId="LiveId" clId="{98D0E65A-4FC0-4266-822E-91615F5F1742}" dt="2024-02-10T03:45:34.770" v="1387" actId="47"/>
      <pc:docMkLst>
        <pc:docMk/>
      </pc:docMkLst>
      <pc:sldChg chg="addSp delSp modSp mod">
        <pc:chgData name="Koshika T" userId="ca1f1b3e8e1d9b27" providerId="LiveId" clId="{98D0E65A-4FC0-4266-822E-91615F5F1742}" dt="2024-02-10T02:39:22.344" v="1133" actId="20577"/>
        <pc:sldMkLst>
          <pc:docMk/>
          <pc:sldMk cId="0" sldId="256"/>
        </pc:sldMkLst>
        <pc:spChg chg="del mod">
          <ac:chgData name="Koshika T" userId="ca1f1b3e8e1d9b27" providerId="LiveId" clId="{98D0E65A-4FC0-4266-822E-91615F5F1742}" dt="2024-02-10T02:38:01.905" v="1104" actId="478"/>
          <ac:spMkLst>
            <pc:docMk/>
            <pc:sldMk cId="0" sldId="256"/>
            <ac:spMk id="3" creationId="{23113945-EBC2-C549-BF23-F1E099689BC8}"/>
          </ac:spMkLst>
        </pc:spChg>
        <pc:spChg chg="add del mod">
          <ac:chgData name="Koshika T" userId="ca1f1b3e8e1d9b27" providerId="LiveId" clId="{98D0E65A-4FC0-4266-822E-91615F5F1742}" dt="2024-02-10T02:38:08.029" v="1105" actId="1076"/>
          <ac:spMkLst>
            <pc:docMk/>
            <pc:sldMk cId="0" sldId="256"/>
            <ac:spMk id="9" creationId="{00000000-0000-0000-0000-000000000000}"/>
          </ac:spMkLst>
        </pc:spChg>
        <pc:spChg chg="mod">
          <ac:chgData name="Koshika T" userId="ca1f1b3e8e1d9b27" providerId="LiveId" clId="{98D0E65A-4FC0-4266-822E-91615F5F1742}" dt="2024-02-10T02:37:24.881" v="1068" actId="120"/>
          <ac:spMkLst>
            <pc:docMk/>
            <pc:sldMk cId="0" sldId="256"/>
            <ac:spMk id="10" creationId="{00000000-0000-0000-0000-000000000000}"/>
          </ac:spMkLst>
        </pc:spChg>
        <pc:spChg chg="mod">
          <ac:chgData name="Koshika T" userId="ca1f1b3e8e1d9b27" providerId="LiveId" clId="{98D0E65A-4FC0-4266-822E-91615F5F1742}" dt="2024-02-10T02:39:22.344" v="1133" actId="20577"/>
          <ac:spMkLst>
            <pc:docMk/>
            <pc:sldMk cId="0" sldId="256"/>
            <ac:spMk id="16" creationId="{00000000-0000-0000-0000-000000000000}"/>
          </ac:spMkLst>
        </pc:spChg>
      </pc:sldChg>
      <pc:sldChg chg="modSp mod">
        <pc:chgData name="Koshika T" userId="ca1f1b3e8e1d9b27" providerId="LiveId" clId="{98D0E65A-4FC0-4266-822E-91615F5F1742}" dt="2024-02-10T02:47:04.713" v="1225" actId="255"/>
        <pc:sldMkLst>
          <pc:docMk/>
          <pc:sldMk cId="0" sldId="258"/>
        </pc:sldMkLst>
        <pc:spChg chg="mod">
          <ac:chgData name="Koshika T" userId="ca1f1b3e8e1d9b27" providerId="LiveId" clId="{98D0E65A-4FC0-4266-822E-91615F5F1742}" dt="2024-02-10T02:47:04.713" v="1225" actId="255"/>
          <ac:spMkLst>
            <pc:docMk/>
            <pc:sldMk cId="0" sldId="258"/>
            <ac:spMk id="3" creationId="{00000000-0000-0000-0000-000000000000}"/>
          </ac:spMkLst>
        </pc:spChg>
        <pc:spChg chg="mod">
          <ac:chgData name="Koshika T" userId="ca1f1b3e8e1d9b27" providerId="LiveId" clId="{98D0E65A-4FC0-4266-822E-91615F5F1742}" dt="2024-02-10T02:40:44.657" v="1146" actId="20577"/>
          <ac:spMkLst>
            <pc:docMk/>
            <pc:sldMk cId="0" sldId="258"/>
            <ac:spMk id="6" creationId="{00000000-0000-0000-0000-000000000000}"/>
          </ac:spMkLst>
        </pc:spChg>
      </pc:sldChg>
      <pc:sldChg chg="modSp mod">
        <pc:chgData name="Koshika T" userId="ca1f1b3e8e1d9b27" providerId="LiveId" clId="{98D0E65A-4FC0-4266-822E-91615F5F1742}" dt="2024-02-10T02:42:14.178" v="1168" actId="12"/>
        <pc:sldMkLst>
          <pc:docMk/>
          <pc:sldMk cId="0" sldId="266"/>
        </pc:sldMkLst>
        <pc:spChg chg="mod">
          <ac:chgData name="Koshika T" userId="ca1f1b3e8e1d9b27" providerId="LiveId" clId="{98D0E65A-4FC0-4266-822E-91615F5F1742}" dt="2024-02-10T02:42:14.178" v="1168" actId="12"/>
          <ac:spMkLst>
            <pc:docMk/>
            <pc:sldMk cId="0" sldId="266"/>
            <ac:spMk id="6" creationId="{00000000-0000-0000-0000-000000000000}"/>
          </ac:spMkLst>
        </pc:spChg>
        <pc:spChg chg="mod">
          <ac:chgData name="Koshika T" userId="ca1f1b3e8e1d9b27" providerId="LiveId" clId="{98D0E65A-4FC0-4266-822E-91615F5F1742}" dt="2024-02-10T02:41:40.232" v="1162" actId="20577"/>
          <ac:spMkLst>
            <pc:docMk/>
            <pc:sldMk cId="0" sldId="266"/>
            <ac:spMk id="7" creationId="{00000000-0000-0000-0000-000000000000}"/>
          </ac:spMkLst>
        </pc:spChg>
      </pc:sldChg>
      <pc:sldChg chg="modSp mod">
        <pc:chgData name="Koshika T" userId="ca1f1b3e8e1d9b27" providerId="LiveId" clId="{98D0E65A-4FC0-4266-822E-91615F5F1742}" dt="2024-02-10T02:40:28.945" v="1140" actId="20577"/>
        <pc:sldMkLst>
          <pc:docMk/>
          <pc:sldMk cId="0" sldId="268"/>
        </pc:sldMkLst>
        <pc:spChg chg="mod">
          <ac:chgData name="Koshika T" userId="ca1f1b3e8e1d9b27" providerId="LiveId" clId="{98D0E65A-4FC0-4266-822E-91615F5F1742}" dt="2024-02-10T02:26:05.636" v="17" actId="20577"/>
          <ac:spMkLst>
            <pc:docMk/>
            <pc:sldMk cId="0" sldId="268"/>
            <ac:spMk id="3" creationId="{00000000-0000-0000-0000-000000000000}"/>
          </ac:spMkLst>
        </pc:spChg>
        <pc:spChg chg="mod">
          <ac:chgData name="Koshika T" userId="ca1f1b3e8e1d9b27" providerId="LiveId" clId="{98D0E65A-4FC0-4266-822E-91615F5F1742}" dt="2024-02-10T02:40:28.945" v="1140" actId="20577"/>
          <ac:spMkLst>
            <pc:docMk/>
            <pc:sldMk cId="0" sldId="268"/>
            <ac:spMk id="6" creationId="{00000000-0000-0000-0000-000000000000}"/>
          </ac:spMkLst>
        </pc:spChg>
      </pc:sldChg>
      <pc:sldChg chg="addSp delSp modSp mod">
        <pc:chgData name="Koshika T" userId="ca1f1b3e8e1d9b27" providerId="LiveId" clId="{98D0E65A-4FC0-4266-822E-91615F5F1742}" dt="2024-02-10T02:43:25.153" v="1176" actId="1076"/>
        <pc:sldMkLst>
          <pc:docMk/>
          <pc:sldMk cId="0" sldId="269"/>
        </pc:sldMkLst>
        <pc:spChg chg="mod">
          <ac:chgData name="Koshika T" userId="ca1f1b3e8e1d9b27" providerId="LiveId" clId="{98D0E65A-4FC0-4266-822E-91615F5F1742}" dt="2024-02-10T02:40:37.732" v="1144" actId="20577"/>
          <ac:spMkLst>
            <pc:docMk/>
            <pc:sldMk cId="0" sldId="269"/>
            <ac:spMk id="6" creationId="{00000000-0000-0000-0000-000000000000}"/>
          </ac:spMkLst>
        </pc:spChg>
        <pc:spChg chg="mod">
          <ac:chgData name="Koshika T" userId="ca1f1b3e8e1d9b27" providerId="LiveId" clId="{98D0E65A-4FC0-4266-822E-91615F5F1742}" dt="2024-02-10T02:43:06.073" v="1175" actId="1076"/>
          <ac:spMkLst>
            <pc:docMk/>
            <pc:sldMk cId="0" sldId="269"/>
            <ac:spMk id="12" creationId="{779328B5-F3C8-41A2-9E52-2CCEE2924287}"/>
          </ac:spMkLst>
        </pc:spChg>
        <pc:spChg chg="mod">
          <ac:chgData name="Koshika T" userId="ca1f1b3e8e1d9b27" providerId="LiveId" clId="{98D0E65A-4FC0-4266-822E-91615F5F1742}" dt="2024-02-10T02:42:52.990" v="1173" actId="1076"/>
          <ac:spMkLst>
            <pc:docMk/>
            <pc:sldMk cId="0" sldId="269"/>
            <ac:spMk id="14" creationId="{A7AD7247-0CAB-4A9D-CD53-69F60BE5EDA0}"/>
          </ac:spMkLst>
        </pc:spChg>
        <pc:spChg chg="mod">
          <ac:chgData name="Koshika T" userId="ca1f1b3e8e1d9b27" providerId="LiveId" clId="{98D0E65A-4FC0-4266-822E-91615F5F1742}" dt="2024-02-10T02:30:13.480" v="310" actId="1076"/>
          <ac:spMkLst>
            <pc:docMk/>
            <pc:sldMk cId="0" sldId="269"/>
            <ac:spMk id="16" creationId="{85C45DD7-971E-76B1-CCCA-9A153438E92A}"/>
          </ac:spMkLst>
        </pc:spChg>
        <pc:spChg chg="mod">
          <ac:chgData name="Koshika T" userId="ca1f1b3e8e1d9b27" providerId="LiveId" clId="{98D0E65A-4FC0-4266-822E-91615F5F1742}" dt="2024-02-10T02:31:54.238" v="559" actId="1076"/>
          <ac:spMkLst>
            <pc:docMk/>
            <pc:sldMk cId="0" sldId="269"/>
            <ac:spMk id="18" creationId="{3F43BCC5-5D61-75D0-6691-03E5D9DF04FB}"/>
          </ac:spMkLst>
        </pc:spChg>
        <pc:spChg chg="add del mod">
          <ac:chgData name="Koshika T" userId="ca1f1b3e8e1d9b27" providerId="LiveId" clId="{98D0E65A-4FC0-4266-822E-91615F5F1742}" dt="2024-02-10T02:43:25.153" v="1176" actId="1076"/>
          <ac:spMkLst>
            <pc:docMk/>
            <pc:sldMk cId="0" sldId="269"/>
            <ac:spMk id="22" creationId="{E715C5EA-090B-6BEF-264B-4663756040D5}"/>
          </ac:spMkLst>
        </pc:spChg>
        <pc:grpChg chg="add del mod">
          <ac:chgData name="Koshika T" userId="ca1f1b3e8e1d9b27" providerId="LiveId" clId="{98D0E65A-4FC0-4266-822E-91615F5F1742}" dt="2024-02-10T02:43:00.397" v="1174" actId="1076"/>
          <ac:grpSpMkLst>
            <pc:docMk/>
            <pc:sldMk cId="0" sldId="269"/>
            <ac:grpSpMk id="7" creationId="{606757DE-F7DD-4927-98DB-4C40FB29DAB6}"/>
          </ac:grpSpMkLst>
        </pc:grpChg>
        <pc:picChg chg="add del mod">
          <ac:chgData name="Koshika T" userId="ca1f1b3e8e1d9b27" providerId="LiveId" clId="{98D0E65A-4FC0-4266-822E-91615F5F1742}" dt="2024-02-10T02:35:41.963" v="1049" actId="478"/>
          <ac:picMkLst>
            <pc:docMk/>
            <pc:sldMk cId="0" sldId="269"/>
            <ac:picMk id="3" creationId="{C0E2130D-D272-51BE-6CEB-7961E37B5C7F}"/>
          </ac:picMkLst>
        </pc:picChg>
        <pc:picChg chg="mod">
          <ac:chgData name="Koshika T" userId="ca1f1b3e8e1d9b27" providerId="LiveId" clId="{98D0E65A-4FC0-4266-822E-91615F5F1742}" dt="2024-02-10T02:27:40.175" v="25" actId="1076"/>
          <ac:picMkLst>
            <pc:docMk/>
            <pc:sldMk cId="0" sldId="269"/>
            <ac:picMk id="13" creationId="{CDD5DF04-D9AC-C96B-F805-B30565B0F277}"/>
          </ac:picMkLst>
        </pc:picChg>
      </pc:sldChg>
      <pc:sldChg chg="addSp delSp modSp mod">
        <pc:chgData name="Koshika T" userId="ca1f1b3e8e1d9b27" providerId="LiveId" clId="{98D0E65A-4FC0-4266-822E-91615F5F1742}" dt="2024-02-10T02:51:53.983" v="1324" actId="20577"/>
        <pc:sldMkLst>
          <pc:docMk/>
          <pc:sldMk cId="0" sldId="270"/>
        </pc:sldMkLst>
        <pc:spChg chg="add mod">
          <ac:chgData name="Koshika T" userId="ca1f1b3e8e1d9b27" providerId="LiveId" clId="{98D0E65A-4FC0-4266-822E-91615F5F1742}" dt="2024-02-10T02:51:46.346" v="1312" actId="20577"/>
          <ac:spMkLst>
            <pc:docMk/>
            <pc:sldMk cId="0" sldId="270"/>
            <ac:spMk id="3" creationId="{D29FCE4D-C9E2-F06F-6D81-AA4D95C52CA8}"/>
          </ac:spMkLst>
        </pc:spChg>
        <pc:spChg chg="mod">
          <ac:chgData name="Koshika T" userId="ca1f1b3e8e1d9b27" providerId="LiveId" clId="{98D0E65A-4FC0-4266-822E-91615F5F1742}" dt="2024-02-10T02:50:53.884" v="1288" actId="1076"/>
          <ac:spMkLst>
            <pc:docMk/>
            <pc:sldMk cId="0" sldId="270"/>
            <ac:spMk id="6" creationId="{00000000-0000-0000-0000-000000000000}"/>
          </ac:spMkLst>
        </pc:spChg>
        <pc:spChg chg="mod">
          <ac:chgData name="Koshika T" userId="ca1f1b3e8e1d9b27" providerId="LiveId" clId="{98D0E65A-4FC0-4266-822E-91615F5F1742}" dt="2024-02-10T02:51:05.092" v="1290" actId="1076"/>
          <ac:spMkLst>
            <pc:docMk/>
            <pc:sldMk cId="0" sldId="270"/>
            <ac:spMk id="7" creationId="{00000000-0000-0000-0000-000000000000}"/>
          </ac:spMkLst>
        </pc:spChg>
        <pc:spChg chg="mod">
          <ac:chgData name="Koshika T" userId="ca1f1b3e8e1d9b27" providerId="LiveId" clId="{98D0E65A-4FC0-4266-822E-91615F5F1742}" dt="2024-02-10T02:51:12.933" v="1292" actId="1076"/>
          <ac:spMkLst>
            <pc:docMk/>
            <pc:sldMk cId="0" sldId="270"/>
            <ac:spMk id="8" creationId="{00000000-0000-0000-0000-000000000000}"/>
          </ac:spMkLst>
        </pc:spChg>
        <pc:spChg chg="mod">
          <ac:chgData name="Koshika T" userId="ca1f1b3e8e1d9b27" providerId="LiveId" clId="{98D0E65A-4FC0-4266-822E-91615F5F1742}" dt="2024-02-10T02:41:20.341" v="1156" actId="20577"/>
          <ac:spMkLst>
            <pc:docMk/>
            <pc:sldMk cId="0" sldId="270"/>
            <ac:spMk id="17" creationId="{00000000-0000-0000-0000-000000000000}"/>
          </ac:spMkLst>
        </pc:spChg>
        <pc:spChg chg="add mod">
          <ac:chgData name="Koshika T" userId="ca1f1b3e8e1d9b27" providerId="LiveId" clId="{98D0E65A-4FC0-4266-822E-91615F5F1742}" dt="2024-02-10T02:51:53.983" v="1324" actId="20577"/>
          <ac:spMkLst>
            <pc:docMk/>
            <pc:sldMk cId="0" sldId="270"/>
            <ac:spMk id="23" creationId="{AFE36248-17BA-F55D-EC6B-41C8D062F000}"/>
          </ac:spMkLst>
        </pc:spChg>
        <pc:cxnChg chg="add del mod">
          <ac:chgData name="Koshika T" userId="ca1f1b3e8e1d9b27" providerId="LiveId" clId="{98D0E65A-4FC0-4266-822E-91615F5F1742}" dt="2024-02-10T02:50:12.579" v="1277" actId="478"/>
          <ac:cxnSpMkLst>
            <pc:docMk/>
            <pc:sldMk cId="0" sldId="270"/>
            <ac:cxnSpMk id="4" creationId="{BA4EE3FE-0B16-1627-118B-A83C844C5190}"/>
          </ac:cxnSpMkLst>
        </pc:cxnChg>
        <pc:cxnChg chg="del mod">
          <ac:chgData name="Koshika T" userId="ca1f1b3e8e1d9b27" providerId="LiveId" clId="{98D0E65A-4FC0-4266-822E-91615F5F1742}" dt="2024-02-10T02:49:45.210" v="1269" actId="478"/>
          <ac:cxnSpMkLst>
            <pc:docMk/>
            <pc:sldMk cId="0" sldId="270"/>
            <ac:cxnSpMk id="11" creationId="{00000000-0000-0000-0000-000000000000}"/>
          </ac:cxnSpMkLst>
        </pc:cxnChg>
        <pc:cxnChg chg="del mod">
          <ac:chgData name="Koshika T" userId="ca1f1b3e8e1d9b27" providerId="LiveId" clId="{98D0E65A-4FC0-4266-822E-91615F5F1742}" dt="2024-02-10T02:49:57.279" v="1273" actId="478"/>
          <ac:cxnSpMkLst>
            <pc:docMk/>
            <pc:sldMk cId="0" sldId="270"/>
            <ac:cxnSpMk id="13" creationId="{00000000-0000-0000-0000-000000000000}"/>
          </ac:cxnSpMkLst>
        </pc:cxnChg>
        <pc:cxnChg chg="add mod">
          <ac:chgData name="Koshika T" userId="ca1f1b3e8e1d9b27" providerId="LiveId" clId="{98D0E65A-4FC0-4266-822E-91615F5F1742}" dt="2024-02-10T02:50:58.823" v="1289" actId="1076"/>
          <ac:cxnSpMkLst>
            <pc:docMk/>
            <pc:sldMk cId="0" sldId="270"/>
            <ac:cxnSpMk id="15" creationId="{153B824A-677F-772E-1057-66E9DD9BAEF2}"/>
          </ac:cxnSpMkLst>
        </pc:cxnChg>
        <pc:cxnChg chg="add mod">
          <ac:chgData name="Koshika T" userId="ca1f1b3e8e1d9b27" providerId="LiveId" clId="{98D0E65A-4FC0-4266-822E-91615F5F1742}" dt="2024-02-10T02:51:09.361" v="1291" actId="1076"/>
          <ac:cxnSpMkLst>
            <pc:docMk/>
            <pc:sldMk cId="0" sldId="270"/>
            <ac:cxnSpMk id="19" creationId="{70C2C3EC-2A29-A0F8-73E5-027C9809F7D6}"/>
          </ac:cxnSpMkLst>
        </pc:cxnChg>
        <pc:cxnChg chg="add mod">
          <ac:chgData name="Koshika T" userId="ca1f1b3e8e1d9b27" providerId="LiveId" clId="{98D0E65A-4FC0-4266-822E-91615F5F1742}" dt="2024-02-10T02:51:16.553" v="1293" actId="1076"/>
          <ac:cxnSpMkLst>
            <pc:docMk/>
            <pc:sldMk cId="0" sldId="270"/>
            <ac:cxnSpMk id="20" creationId="{FA2E64B2-817D-27FC-2550-1466576642F2}"/>
          </ac:cxnSpMkLst>
        </pc:cxnChg>
        <pc:cxnChg chg="add mod">
          <ac:chgData name="Koshika T" userId="ca1f1b3e8e1d9b27" providerId="LiveId" clId="{98D0E65A-4FC0-4266-822E-91615F5F1742}" dt="2024-02-10T02:51:21.349" v="1295" actId="1076"/>
          <ac:cxnSpMkLst>
            <pc:docMk/>
            <pc:sldMk cId="0" sldId="270"/>
            <ac:cxnSpMk id="21" creationId="{96A35CD6-7E4E-93B1-1009-7D35B1391588}"/>
          </ac:cxnSpMkLst>
        </pc:cxnChg>
        <pc:cxnChg chg="add del mod">
          <ac:chgData name="Koshika T" userId="ca1f1b3e8e1d9b27" providerId="LiveId" clId="{98D0E65A-4FC0-4266-822E-91615F5F1742}" dt="2024-02-10T02:50:35.534" v="1285" actId="478"/>
          <ac:cxnSpMkLst>
            <pc:docMk/>
            <pc:sldMk cId="0" sldId="270"/>
            <ac:cxnSpMk id="22" creationId="{B097D6DD-6E7D-8685-5CA6-D83B81024501}"/>
          </ac:cxnSpMkLst>
        </pc:cxnChg>
      </pc:sldChg>
      <pc:sldChg chg="modSp mod">
        <pc:chgData name="Koshika T" userId="ca1f1b3e8e1d9b27" providerId="LiveId" clId="{98D0E65A-4FC0-4266-822E-91615F5F1742}" dt="2024-02-10T02:48:12.539" v="1239" actId="20577"/>
        <pc:sldMkLst>
          <pc:docMk/>
          <pc:sldMk cId="0" sldId="274"/>
        </pc:sldMkLst>
        <pc:spChg chg="mod">
          <ac:chgData name="Koshika T" userId="ca1f1b3e8e1d9b27" providerId="LiveId" clId="{98D0E65A-4FC0-4266-822E-91615F5F1742}" dt="2024-02-10T02:48:12.539" v="1239" actId="20577"/>
          <ac:spMkLst>
            <pc:docMk/>
            <pc:sldMk cId="0" sldId="274"/>
            <ac:spMk id="3" creationId="{00000000-0000-0000-0000-000000000000}"/>
          </ac:spMkLst>
        </pc:spChg>
        <pc:spChg chg="mod">
          <ac:chgData name="Koshika T" userId="ca1f1b3e8e1d9b27" providerId="LiveId" clId="{98D0E65A-4FC0-4266-822E-91615F5F1742}" dt="2024-02-10T02:41:33.400" v="1160" actId="20577"/>
          <ac:spMkLst>
            <pc:docMk/>
            <pc:sldMk cId="0" sldId="274"/>
            <ac:spMk id="6" creationId="{00000000-0000-0000-0000-000000000000}"/>
          </ac:spMkLst>
        </pc:spChg>
      </pc:sldChg>
      <pc:sldChg chg="addSp delSp modSp mod">
        <pc:chgData name="Koshika T" userId="ca1f1b3e8e1d9b27" providerId="LiveId" clId="{98D0E65A-4FC0-4266-822E-91615F5F1742}" dt="2024-02-10T03:42:38.792" v="1355" actId="1076"/>
        <pc:sldMkLst>
          <pc:docMk/>
          <pc:sldMk cId="0" sldId="276"/>
        </pc:sldMkLst>
        <pc:spChg chg="mod">
          <ac:chgData name="Koshika T" userId="ca1f1b3e8e1d9b27" providerId="LiveId" clId="{98D0E65A-4FC0-4266-822E-91615F5F1742}" dt="2024-02-10T02:41:06.647" v="1152" actId="20577"/>
          <ac:spMkLst>
            <pc:docMk/>
            <pc:sldMk cId="0" sldId="276"/>
            <ac:spMk id="6" creationId="{00000000-0000-0000-0000-000000000000}"/>
          </ac:spMkLst>
        </pc:spChg>
        <pc:spChg chg="add del mod">
          <ac:chgData name="Koshika T" userId="ca1f1b3e8e1d9b27" providerId="LiveId" clId="{98D0E65A-4FC0-4266-822E-91615F5F1742}" dt="2024-02-10T03:42:05.294" v="1347"/>
          <ac:spMkLst>
            <pc:docMk/>
            <pc:sldMk cId="0" sldId="276"/>
            <ac:spMk id="8" creationId="{E7499095-E5A0-6845-CC38-48A9777A8032}"/>
          </ac:spMkLst>
        </pc:spChg>
        <pc:picChg chg="add mod">
          <ac:chgData name="Koshika T" userId="ca1f1b3e8e1d9b27" providerId="LiveId" clId="{98D0E65A-4FC0-4266-822E-91615F5F1742}" dt="2024-02-10T03:42:23.363" v="1353" actId="1076"/>
          <ac:picMkLst>
            <pc:docMk/>
            <pc:sldMk cId="0" sldId="276"/>
            <ac:picMk id="3" creationId="{7504D8BA-AE78-1A99-CAA7-CF9CC802F295}"/>
          </ac:picMkLst>
        </pc:picChg>
        <pc:picChg chg="add mod">
          <ac:chgData name="Koshika T" userId="ca1f1b3e8e1d9b27" providerId="LiveId" clId="{98D0E65A-4FC0-4266-822E-91615F5F1742}" dt="2024-02-10T03:42:38.792" v="1355" actId="1076"/>
          <ac:picMkLst>
            <pc:docMk/>
            <pc:sldMk cId="0" sldId="276"/>
            <ac:picMk id="10" creationId="{BF0BEFE9-26D8-E807-7253-2AD45B49FB3A}"/>
          </ac:picMkLst>
        </pc:picChg>
        <pc:picChg chg="del">
          <ac:chgData name="Koshika T" userId="ca1f1b3e8e1d9b27" providerId="LiveId" clId="{98D0E65A-4FC0-4266-822E-91615F5F1742}" dt="2024-02-10T03:41:39.267" v="1344" actId="478"/>
          <ac:picMkLst>
            <pc:docMk/>
            <pc:sldMk cId="0" sldId="276"/>
            <ac:picMk id="11" creationId="{42E12E43-B0BB-C842-A968-F9EA5CD9A6B7}"/>
          </ac:picMkLst>
        </pc:picChg>
        <pc:picChg chg="del">
          <ac:chgData name="Koshika T" userId="ca1f1b3e8e1d9b27" providerId="LiveId" clId="{98D0E65A-4FC0-4266-822E-91615F5F1742}" dt="2024-02-10T03:41:48.026" v="1346" actId="478"/>
          <ac:picMkLst>
            <pc:docMk/>
            <pc:sldMk cId="0" sldId="276"/>
            <ac:picMk id="12" creationId="{BA7D0C97-802B-9A07-E638-ECB8494A7526}"/>
          </ac:picMkLst>
        </pc:picChg>
      </pc:sldChg>
      <pc:sldChg chg="modSp mod">
        <pc:chgData name="Koshika T" userId="ca1f1b3e8e1d9b27" providerId="LiveId" clId="{98D0E65A-4FC0-4266-822E-91615F5F1742}" dt="2024-02-10T02:47:39.640" v="1233" actId="20577"/>
        <pc:sldMkLst>
          <pc:docMk/>
          <pc:sldMk cId="0" sldId="278"/>
        </pc:sldMkLst>
        <pc:spChg chg="mod">
          <ac:chgData name="Koshika T" userId="ca1f1b3e8e1d9b27" providerId="LiveId" clId="{98D0E65A-4FC0-4266-822E-91615F5F1742}" dt="2024-02-10T02:47:39.640" v="1233" actId="20577"/>
          <ac:spMkLst>
            <pc:docMk/>
            <pc:sldMk cId="0" sldId="278"/>
            <ac:spMk id="3" creationId="{00000000-0000-0000-0000-000000000000}"/>
          </ac:spMkLst>
        </pc:spChg>
        <pc:spChg chg="mod">
          <ac:chgData name="Koshika T" userId="ca1f1b3e8e1d9b27" providerId="LiveId" clId="{98D0E65A-4FC0-4266-822E-91615F5F1742}" dt="2024-02-10T02:40:51.176" v="1148" actId="20577"/>
          <ac:spMkLst>
            <pc:docMk/>
            <pc:sldMk cId="0" sldId="278"/>
            <ac:spMk id="6" creationId="{00000000-0000-0000-0000-000000000000}"/>
          </ac:spMkLst>
        </pc:spChg>
      </pc:sldChg>
      <pc:sldChg chg="modSp mod">
        <pc:chgData name="Koshika T" userId="ca1f1b3e8e1d9b27" providerId="LiveId" clId="{98D0E65A-4FC0-4266-822E-91615F5F1742}" dt="2024-02-10T02:54:34.925" v="1339" actId="20577"/>
        <pc:sldMkLst>
          <pc:docMk/>
          <pc:sldMk cId="3650976436" sldId="279"/>
        </pc:sldMkLst>
        <pc:spChg chg="mod">
          <ac:chgData name="Koshika T" userId="ca1f1b3e8e1d9b27" providerId="LiveId" clId="{98D0E65A-4FC0-4266-822E-91615F5F1742}" dt="2024-02-10T02:54:34.925" v="1339" actId="20577"/>
          <ac:spMkLst>
            <pc:docMk/>
            <pc:sldMk cId="3650976436" sldId="279"/>
            <ac:spMk id="3" creationId="{84BC290C-4539-F531-F386-095A4E887733}"/>
          </ac:spMkLst>
        </pc:spChg>
        <pc:spChg chg="mod">
          <ac:chgData name="Koshika T" userId="ca1f1b3e8e1d9b27" providerId="LiveId" clId="{98D0E65A-4FC0-4266-822E-91615F5F1742}" dt="2024-02-10T02:40:59.802" v="1150" actId="20577"/>
          <ac:spMkLst>
            <pc:docMk/>
            <pc:sldMk cId="3650976436" sldId="279"/>
            <ac:spMk id="6" creationId="{06601B9F-C493-E6DA-A361-FB41B437C910}"/>
          </ac:spMkLst>
        </pc:spChg>
      </pc:sldChg>
      <pc:sldChg chg="addSp delSp modSp mod">
        <pc:chgData name="Koshika T" userId="ca1f1b3e8e1d9b27" providerId="LiveId" clId="{98D0E65A-4FC0-4266-822E-91615F5F1742}" dt="2024-02-10T03:44:57.205" v="1384" actId="1076"/>
        <pc:sldMkLst>
          <pc:docMk/>
          <pc:sldMk cId="385877434" sldId="280"/>
        </pc:sldMkLst>
        <pc:spChg chg="mod">
          <ac:chgData name="Koshika T" userId="ca1f1b3e8e1d9b27" providerId="LiveId" clId="{98D0E65A-4FC0-4266-822E-91615F5F1742}" dt="2024-02-10T02:41:14.060" v="1154" actId="20577"/>
          <ac:spMkLst>
            <pc:docMk/>
            <pc:sldMk cId="385877434" sldId="280"/>
            <ac:spMk id="6" creationId="{F88BD571-E14B-5ADF-17A4-2ADDE6367F3C}"/>
          </ac:spMkLst>
        </pc:spChg>
        <pc:spChg chg="add del">
          <ac:chgData name="Koshika T" userId="ca1f1b3e8e1d9b27" providerId="LiveId" clId="{98D0E65A-4FC0-4266-822E-91615F5F1742}" dt="2024-02-10T03:43:18.797" v="1359" actId="478"/>
          <ac:spMkLst>
            <pc:docMk/>
            <pc:sldMk cId="385877434" sldId="280"/>
            <ac:spMk id="7" creationId="{EFB9F76C-400A-CA34-4FE8-C4A5276655DB}"/>
          </ac:spMkLst>
        </pc:spChg>
        <pc:spChg chg="add">
          <ac:chgData name="Koshika T" userId="ca1f1b3e8e1d9b27" providerId="LiveId" clId="{98D0E65A-4FC0-4266-822E-91615F5F1742}" dt="2024-02-10T03:43:26.531" v="1360"/>
          <ac:spMkLst>
            <pc:docMk/>
            <pc:sldMk cId="385877434" sldId="280"/>
            <ac:spMk id="8" creationId="{E1AF59C6-4A36-D076-9798-524EE6228E37}"/>
          </ac:spMkLst>
        </pc:spChg>
        <pc:spChg chg="del mod">
          <ac:chgData name="Koshika T" userId="ca1f1b3e8e1d9b27" providerId="LiveId" clId="{98D0E65A-4FC0-4266-822E-91615F5F1742}" dt="2024-02-10T03:42:52.790" v="1357" actId="478"/>
          <ac:spMkLst>
            <pc:docMk/>
            <pc:sldMk cId="385877434" sldId="280"/>
            <ac:spMk id="14" creationId="{995DC58D-51CA-4D6B-67A6-F8AB013AE2F4}"/>
          </ac:spMkLst>
        </pc:spChg>
        <pc:picChg chg="del">
          <ac:chgData name="Koshika T" userId="ca1f1b3e8e1d9b27" providerId="LiveId" clId="{98D0E65A-4FC0-4266-822E-91615F5F1742}" dt="2024-02-10T03:43:42.736" v="1365" actId="478"/>
          <ac:picMkLst>
            <pc:docMk/>
            <pc:sldMk cId="385877434" sldId="280"/>
            <ac:picMk id="3" creationId="{0C1AC804-A145-E522-A2B1-BA4695442E0D}"/>
          </ac:picMkLst>
        </pc:picChg>
        <pc:picChg chg="add mod">
          <ac:chgData name="Koshika T" userId="ca1f1b3e8e1d9b27" providerId="LiveId" clId="{98D0E65A-4FC0-4266-822E-91615F5F1742}" dt="2024-02-10T03:44:32.659" v="1377" actId="14100"/>
          <ac:picMkLst>
            <pc:docMk/>
            <pc:sldMk cId="385877434" sldId="280"/>
            <ac:picMk id="10" creationId="{B2DA31D7-520F-7887-ABE1-397B91162417}"/>
          </ac:picMkLst>
        </pc:picChg>
        <pc:picChg chg="del">
          <ac:chgData name="Koshika T" userId="ca1f1b3e8e1d9b27" providerId="LiveId" clId="{98D0E65A-4FC0-4266-822E-91615F5F1742}" dt="2024-02-10T03:43:45.290" v="1366" actId="478"/>
          <ac:picMkLst>
            <pc:docMk/>
            <pc:sldMk cId="385877434" sldId="280"/>
            <ac:picMk id="11" creationId="{EEBB5681-15EC-E3D8-9FF6-289E0215860B}"/>
          </ac:picMkLst>
        </pc:picChg>
        <pc:picChg chg="add mod">
          <ac:chgData name="Koshika T" userId="ca1f1b3e8e1d9b27" providerId="LiveId" clId="{98D0E65A-4FC0-4266-822E-91615F5F1742}" dt="2024-02-10T03:44:57.205" v="1384" actId="1076"/>
          <ac:picMkLst>
            <pc:docMk/>
            <pc:sldMk cId="385877434" sldId="280"/>
            <ac:picMk id="12" creationId="{12A0D2A0-D03E-23B7-207C-D6FC4566E623}"/>
          </ac:picMkLst>
        </pc:picChg>
      </pc:sldChg>
      <pc:sldChg chg="new del">
        <pc:chgData name="Koshika T" userId="ca1f1b3e8e1d9b27" providerId="LiveId" clId="{98D0E65A-4FC0-4266-822E-91615F5F1742}" dt="2024-02-10T03:45:34.770" v="1387" actId="47"/>
        <pc:sldMkLst>
          <pc:docMk/>
          <pc:sldMk cId="1773144809" sldId="281"/>
        </pc:sldMkLst>
      </pc:sldChg>
      <pc:sldChg chg="modSp del mod">
        <pc:chgData name="Koshika T" userId="ca1f1b3e8e1d9b27" providerId="LiveId" clId="{98D0E65A-4FC0-4266-822E-91615F5F1742}" dt="2024-02-10T03:45:03.566" v="1385" actId="47"/>
        <pc:sldMkLst>
          <pc:docMk/>
          <pc:sldMk cId="2063312926" sldId="281"/>
        </pc:sldMkLst>
        <pc:spChg chg="mod">
          <ac:chgData name="Koshika T" userId="ca1f1b3e8e1d9b27" providerId="LiveId" clId="{98D0E65A-4FC0-4266-822E-91615F5F1742}" dt="2024-02-10T02:41:52.679" v="1164" actId="20577"/>
          <ac:spMkLst>
            <pc:docMk/>
            <pc:sldMk cId="2063312926" sldId="281"/>
            <ac:spMk id="6" creationId="{8701798E-6463-5872-C993-51EBEA0FCC0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1095"/>
          </a:xfrm>
          <a:prstGeom prst="rect">
            <a:avLst/>
          </a:prstGeom>
        </p:spPr>
        <p:txBody>
          <a:bodyPr vert="horz" lIns="96628" tIns="48314" rIns="96628" bIns="48314" rtlCol="0"/>
          <a:lstStyle>
            <a:lvl1pPr algn="l">
              <a:defRPr sz="1300"/>
            </a:lvl1pPr>
          </a:lstStyle>
          <a:p>
            <a:endParaRPr lang="en-US" dirty="0"/>
          </a:p>
        </p:txBody>
      </p:sp>
      <p:sp>
        <p:nvSpPr>
          <p:cNvPr id="3" name="Date Placeholder 2"/>
          <p:cNvSpPr>
            <a:spLocks noGrp="1"/>
          </p:cNvSpPr>
          <p:nvPr>
            <p:ph type="dt" sz="quarter" idx="1"/>
          </p:nvPr>
        </p:nvSpPr>
        <p:spPr>
          <a:xfrm>
            <a:off x="3902598" y="0"/>
            <a:ext cx="2985558" cy="501095"/>
          </a:xfrm>
          <a:prstGeom prst="rect">
            <a:avLst/>
          </a:prstGeom>
        </p:spPr>
        <p:txBody>
          <a:bodyPr vert="horz" lIns="96628" tIns="48314" rIns="96628" bIns="48314" rtlCol="0"/>
          <a:lstStyle>
            <a:lvl1pPr algn="r">
              <a:defRPr sz="1300"/>
            </a:lvl1pPr>
          </a:lstStyle>
          <a:p>
            <a:fld id="{121D7A57-611D-432A-865F-B725BBE1F4D4}" type="datetime1">
              <a:rPr lang="en-US" smtClean="0"/>
              <a:t>12/5/2024</a:t>
            </a:fld>
            <a:endParaRPr lang="en-US" dirty="0"/>
          </a:p>
        </p:txBody>
      </p:sp>
      <p:sp>
        <p:nvSpPr>
          <p:cNvPr id="4" name="Footer Placeholder 3"/>
          <p:cNvSpPr>
            <a:spLocks noGrp="1"/>
          </p:cNvSpPr>
          <p:nvPr>
            <p:ph type="ftr" sz="quarter" idx="2"/>
          </p:nvPr>
        </p:nvSpPr>
        <p:spPr>
          <a:xfrm>
            <a:off x="1" y="9519055"/>
            <a:ext cx="2985558" cy="501095"/>
          </a:xfrm>
          <a:prstGeom prst="rect">
            <a:avLst/>
          </a:prstGeom>
        </p:spPr>
        <p:txBody>
          <a:bodyPr vert="horz" lIns="96628" tIns="48314" rIns="96628" bIns="48314" rtlCol="0" anchor="b"/>
          <a:lstStyle>
            <a:lvl1pPr algn="l">
              <a:defRPr sz="1300"/>
            </a:lvl1pPr>
          </a:lstStyle>
          <a:p>
            <a:endParaRPr lang="en-US" dirty="0"/>
          </a:p>
        </p:txBody>
      </p:sp>
      <p:sp>
        <p:nvSpPr>
          <p:cNvPr id="5" name="Slide Number Placeholder 4"/>
          <p:cNvSpPr>
            <a:spLocks noGrp="1"/>
          </p:cNvSpPr>
          <p:nvPr>
            <p:ph type="sldNum" sz="quarter" idx="3"/>
          </p:nvPr>
        </p:nvSpPr>
        <p:spPr>
          <a:xfrm>
            <a:off x="3902598" y="9519055"/>
            <a:ext cx="2985558" cy="501095"/>
          </a:xfrm>
          <a:prstGeom prst="rect">
            <a:avLst/>
          </a:prstGeom>
        </p:spPr>
        <p:txBody>
          <a:bodyPr vert="horz" lIns="96628" tIns="48314" rIns="96628" bIns="48314" rtlCol="0" anchor="b"/>
          <a:lstStyle>
            <a:lvl1pPr algn="r">
              <a:defRPr sz="1300"/>
            </a:lvl1pPr>
          </a:lstStyle>
          <a:p>
            <a:fld id="{1F41DC61-A988-48AE-9E2B-43B1F75E6CB3}"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8" cy="501095"/>
          </a:xfrm>
          <a:prstGeom prst="rect">
            <a:avLst/>
          </a:prstGeom>
        </p:spPr>
        <p:txBody>
          <a:bodyPr vert="horz" lIns="96628" tIns="48314" rIns="96628" bIns="48314" rtlCol="0"/>
          <a:lstStyle>
            <a:lvl1pPr algn="l">
              <a:defRPr sz="1300"/>
            </a:lvl1pPr>
          </a:lstStyle>
          <a:p>
            <a:endParaRPr lang="en-US" dirty="0"/>
          </a:p>
        </p:txBody>
      </p:sp>
      <p:sp>
        <p:nvSpPr>
          <p:cNvPr id="3" name="Date Placeholder 2"/>
          <p:cNvSpPr>
            <a:spLocks noGrp="1"/>
          </p:cNvSpPr>
          <p:nvPr>
            <p:ph type="dt" idx="1"/>
          </p:nvPr>
        </p:nvSpPr>
        <p:spPr>
          <a:xfrm>
            <a:off x="3902598" y="0"/>
            <a:ext cx="2985558" cy="501095"/>
          </a:xfrm>
          <a:prstGeom prst="rect">
            <a:avLst/>
          </a:prstGeom>
        </p:spPr>
        <p:txBody>
          <a:bodyPr vert="horz" lIns="96628" tIns="48314" rIns="96628" bIns="48314" rtlCol="0"/>
          <a:lstStyle>
            <a:lvl1pPr algn="r">
              <a:defRPr sz="1300"/>
            </a:lvl1pPr>
          </a:lstStyle>
          <a:p>
            <a:fld id="{BD81AC97-F41F-474A-94FF-5EED8C58205E}" type="datetime1">
              <a:rPr lang="en-US" smtClean="0"/>
              <a:t>12/5/2024</a:t>
            </a:fld>
            <a:endParaRPr lang="en-US" dirty="0"/>
          </a:p>
        </p:txBody>
      </p:sp>
      <p:sp>
        <p:nvSpPr>
          <p:cNvPr id="4" name="Slide Image Placeholder 3"/>
          <p:cNvSpPr>
            <a:spLocks noGrp="1" noRot="1" noChangeAspect="1"/>
          </p:cNvSpPr>
          <p:nvPr>
            <p:ph type="sldImg" idx="2"/>
          </p:nvPr>
        </p:nvSpPr>
        <p:spPr>
          <a:xfrm>
            <a:off x="939800" y="752475"/>
            <a:ext cx="5010150" cy="3757613"/>
          </a:xfrm>
          <a:prstGeom prst="rect">
            <a:avLst/>
          </a:prstGeom>
          <a:noFill/>
          <a:ln w="12700">
            <a:solidFill>
              <a:prstClr val="black"/>
            </a:solidFill>
          </a:ln>
        </p:spPr>
        <p:txBody>
          <a:bodyPr vert="horz" lIns="96628" tIns="48314" rIns="96628" bIns="48314" rtlCol="0" anchor="ctr"/>
          <a:lstStyle/>
          <a:p>
            <a:endParaRPr lang="en-US" dirty="0"/>
          </a:p>
        </p:txBody>
      </p:sp>
      <p:sp>
        <p:nvSpPr>
          <p:cNvPr id="5" name="Notes Placeholder 4"/>
          <p:cNvSpPr>
            <a:spLocks noGrp="1"/>
          </p:cNvSpPr>
          <p:nvPr>
            <p:ph type="body" sz="quarter" idx="3"/>
          </p:nvPr>
        </p:nvSpPr>
        <p:spPr>
          <a:xfrm>
            <a:off x="688975" y="4760397"/>
            <a:ext cx="5511800" cy="4509850"/>
          </a:xfrm>
          <a:prstGeom prst="rect">
            <a:avLst/>
          </a:prstGeom>
        </p:spPr>
        <p:txBody>
          <a:bodyPr vert="horz" lIns="96628" tIns="48314" rIns="96628" bIns="483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519055"/>
            <a:ext cx="2985558" cy="501095"/>
          </a:xfrm>
          <a:prstGeom prst="rect">
            <a:avLst/>
          </a:prstGeom>
        </p:spPr>
        <p:txBody>
          <a:bodyPr vert="horz" lIns="96628" tIns="48314" rIns="96628" bIns="48314"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2598" y="9519055"/>
            <a:ext cx="2985558" cy="501095"/>
          </a:xfrm>
          <a:prstGeom prst="rect">
            <a:avLst/>
          </a:prstGeom>
        </p:spPr>
        <p:txBody>
          <a:bodyPr vert="horz" lIns="96628" tIns="48314" rIns="96628" bIns="48314" rtlCol="0" anchor="b"/>
          <a:lstStyle>
            <a:lvl1pPr algn="r">
              <a:defRPr sz="1300"/>
            </a:lvl1pPr>
          </a:lstStyle>
          <a:p>
            <a:fld id="{FB5B395C-8C1F-4FBA-874B-D6ED3BF13DA0}" type="slidenum">
              <a:rPr lang="en-US" smtClean="0"/>
              <a:pPr/>
              <a:t>‹#›</a:t>
            </a:fld>
            <a:endParaRPr lang="en-US" dirty="0"/>
          </a:p>
        </p:txBody>
      </p:sp>
    </p:spTree>
    <p:extLst>
      <p:ext uri="{BB962C8B-B14F-4D97-AF65-F5344CB8AC3E}">
        <p14:creationId xmlns:p14="http://schemas.microsoft.com/office/powerpoint/2010/main" val="333820505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B5B395C-8C1F-4FBA-874B-D6ED3BF13DA0}" type="slidenum">
              <a:rPr lang="en-US" smtClean="0"/>
              <a:pPr/>
              <a:t>1</a:t>
            </a:fld>
            <a:endParaRPr lang="en-US" dirty="0"/>
          </a:p>
        </p:txBody>
      </p:sp>
      <p:sp>
        <p:nvSpPr>
          <p:cNvPr id="5" name="Date Placeholder 4"/>
          <p:cNvSpPr>
            <a:spLocks noGrp="1"/>
          </p:cNvSpPr>
          <p:nvPr>
            <p:ph type="dt" idx="11"/>
          </p:nvPr>
        </p:nvSpPr>
        <p:spPr/>
        <p:txBody>
          <a:bodyPr/>
          <a:lstStyle/>
          <a:p>
            <a:fld id="{A0ACDB1D-1D74-416B-A0C2-9A86CA47B768}" type="datetime1">
              <a:rPr lang="en-US" smtClean="0"/>
              <a:t>12/5/2024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7FED0BD9-E025-47EB-B48F-0D1B9C33DA41}" type="datetime3">
              <a:rPr lang="en-US" smtClean="0"/>
              <a:t>5 December 2024</a:t>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r>
              <a:rPr lang="en-US" dirty="0"/>
              <a:t>B.E. COMPUTER SCIENCE AND DESIGN</a:t>
            </a: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51190CE3-CBD1-455D-B79C-C55DDAE1C2FE}"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05227568-87F0-4EF9-8DE4-790FD89C68C6}" type="datetime3">
              <a:rPr lang="en-US" smtClean="0"/>
              <a:t>5 December 2024</a:t>
            </a:fld>
            <a:endParaRPr lang="en-US" dirty="0"/>
          </a:p>
        </p:txBody>
      </p:sp>
      <p:sp>
        <p:nvSpPr>
          <p:cNvPr id="9" name="Slide Number Placeholder 8"/>
          <p:cNvSpPr>
            <a:spLocks noGrp="1"/>
          </p:cNvSpPr>
          <p:nvPr>
            <p:ph type="sldNum" sz="quarter" idx="15"/>
          </p:nvPr>
        </p:nvSpPr>
        <p:spPr/>
        <p:txBody>
          <a:bodyPr rtlCol="0"/>
          <a:lstStyle/>
          <a:p>
            <a:fld id="{51190CE3-CBD1-455D-B79C-C55DDAE1C2FE}" type="slidenum">
              <a:rPr lang="en-US" smtClean="0"/>
              <a:pPr/>
              <a:t>‹#›</a:t>
            </a:fld>
            <a:endParaRPr lang="en-US" dirty="0"/>
          </a:p>
        </p:txBody>
      </p:sp>
      <p:sp>
        <p:nvSpPr>
          <p:cNvPr id="10" name="Footer Placeholder 9"/>
          <p:cNvSpPr>
            <a:spLocks noGrp="1"/>
          </p:cNvSpPr>
          <p:nvPr>
            <p:ph type="ftr" sz="quarter" idx="16"/>
          </p:nvPr>
        </p:nvSpPr>
        <p:spPr/>
        <p:txBody>
          <a:bodyPr rtlCol="0"/>
          <a:lstStyle/>
          <a:p>
            <a:r>
              <a:rPr lang="en-US" dirty="0"/>
              <a:t>B.E. COMPUTER SCIENCE AND DESIGN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C73C0217-E57D-44CA-AF44-C29745CED56F}" type="datetime3">
              <a:rPr lang="en-US" smtClean="0"/>
              <a:t>5 December 2024</a:t>
            </a:fld>
            <a:endParaRPr lang="en-US" dirty="0"/>
          </a:p>
        </p:txBody>
      </p:sp>
      <p:sp>
        <p:nvSpPr>
          <p:cNvPr id="5" name="Footer Placeholder 4"/>
          <p:cNvSpPr>
            <a:spLocks noGrp="1"/>
          </p:cNvSpPr>
          <p:nvPr>
            <p:ph type="ftr" sz="quarter" idx="11"/>
          </p:nvPr>
        </p:nvSpPr>
        <p:spPr bwMode="auto">
          <a:xfrm rot="5400000">
            <a:off x="7077456" y="4178808"/>
            <a:ext cx="3657600" cy="384048"/>
          </a:xfrm>
        </p:spPr>
        <p:txBody>
          <a:bodyPr/>
          <a:lstStyle/>
          <a:p>
            <a:r>
              <a:rPr lang="en-US" dirty="0"/>
              <a:t>B.E. COMPUTER SCIENCE AND DESIGN</a:t>
            </a: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6" name="Slide Number Placeholder 5"/>
          <p:cNvSpPr>
            <a:spLocks noGrp="1"/>
          </p:cNvSpPr>
          <p:nvPr>
            <p:ph type="sldNum" sz="quarter" idx="12"/>
          </p:nvPr>
        </p:nvSpPr>
        <p:spPr bwMode="auto">
          <a:xfrm>
            <a:off x="1340616" y="4928702"/>
            <a:ext cx="609600" cy="517524"/>
          </a:xfrm>
        </p:spPr>
        <p:txBody>
          <a:bodyPr/>
          <a:lstStyle/>
          <a:p>
            <a:fld id="{51190CE3-CBD1-455D-B79C-C55DDAE1C2F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AAE52AC-FFBE-4B17-A73D-CBDBA9E1D628}" type="datetime3">
              <a:rPr lang="en-US" smtClean="0"/>
              <a:t>5 December 2024</a:t>
            </a:fld>
            <a:endParaRPr lang="en-US" dirty="0"/>
          </a:p>
        </p:txBody>
      </p:sp>
      <p:sp>
        <p:nvSpPr>
          <p:cNvPr id="6" name="Footer Placeholder 5"/>
          <p:cNvSpPr>
            <a:spLocks noGrp="1"/>
          </p:cNvSpPr>
          <p:nvPr>
            <p:ph type="ftr" sz="quarter" idx="11"/>
          </p:nvPr>
        </p:nvSpPr>
        <p:spPr/>
        <p:txBody>
          <a:bodyPr/>
          <a:lstStyle/>
          <a:p>
            <a:r>
              <a:rPr lang="en-US" dirty="0"/>
              <a:t>B.E. COMPUTER SCIENCE AND DESIGN</a:t>
            </a:r>
          </a:p>
        </p:txBody>
      </p:sp>
      <p:sp>
        <p:nvSpPr>
          <p:cNvPr id="7" name="Slide Number Placeholder 6"/>
          <p:cNvSpPr>
            <a:spLocks noGrp="1"/>
          </p:cNvSpPr>
          <p:nvPr>
            <p:ph type="sldNum" sz="quarter" idx="12"/>
          </p:nvPr>
        </p:nvSpPr>
        <p:spPr/>
        <p:txBody>
          <a:bodyPr/>
          <a:lstStyle/>
          <a:p>
            <a:fld id="{51190CE3-CBD1-455D-B79C-C55DDAE1C2FE}" type="slidenum">
              <a:rPr lang="en-US" smtClean="0"/>
              <a:pPr/>
              <a:t>‹#›</a:t>
            </a:fld>
            <a:endParaRPr lang="en-US" dirty="0"/>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500CE3E8-0750-4A5B-82B1-F1940E0B5A8E}" type="datetime3">
              <a:rPr lang="en-US" smtClean="0"/>
              <a:t>5 December 2024</a:t>
            </a:fld>
            <a:endParaRPr lang="en-US" dirty="0"/>
          </a:p>
        </p:txBody>
      </p:sp>
      <p:sp>
        <p:nvSpPr>
          <p:cNvPr id="8" name="Footer Placeholder 7"/>
          <p:cNvSpPr>
            <a:spLocks noGrp="1"/>
          </p:cNvSpPr>
          <p:nvPr>
            <p:ph type="ftr" sz="quarter" idx="11"/>
          </p:nvPr>
        </p:nvSpPr>
        <p:spPr/>
        <p:txBody>
          <a:bodyPr/>
          <a:lstStyle/>
          <a:p>
            <a:r>
              <a:rPr lang="en-US" dirty="0"/>
              <a:t>B.E. COMPUTER SCIENCE AND DESIGN</a:t>
            </a:r>
          </a:p>
        </p:txBody>
      </p:sp>
      <p:sp>
        <p:nvSpPr>
          <p:cNvPr id="9" name="Slide Number Placeholder 8"/>
          <p:cNvSpPr>
            <a:spLocks noGrp="1"/>
          </p:cNvSpPr>
          <p:nvPr>
            <p:ph type="sldNum" sz="quarter" idx="12"/>
          </p:nvPr>
        </p:nvSpPr>
        <p:spPr/>
        <p:txBody>
          <a:bodyPr/>
          <a:lstStyle/>
          <a:p>
            <a:fld id="{51190CE3-CBD1-455D-B79C-C55DDAE1C2FE}" type="slidenum">
              <a:rPr lang="en-US" smtClean="0"/>
              <a:pPr/>
              <a:t>‹#›</a:t>
            </a:fld>
            <a:endParaRPr lang="en-US" dirty="0"/>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480BAD63-1C43-4E34-8AB4-B73BD034593B}" type="datetime3">
              <a:rPr lang="en-US" smtClean="0"/>
              <a:t>5 December 2024</a:t>
            </a:fld>
            <a:endParaRPr lang="en-US" dirty="0"/>
          </a:p>
        </p:txBody>
      </p:sp>
      <p:sp>
        <p:nvSpPr>
          <p:cNvPr id="7" name="Slide Number Placeholder 6"/>
          <p:cNvSpPr>
            <a:spLocks noGrp="1"/>
          </p:cNvSpPr>
          <p:nvPr>
            <p:ph type="sldNum" sz="quarter" idx="11"/>
          </p:nvPr>
        </p:nvSpPr>
        <p:spPr/>
        <p:txBody>
          <a:bodyPr rtlCol="0"/>
          <a:lstStyle/>
          <a:p>
            <a:fld id="{51190CE3-CBD1-455D-B79C-C55DDAE1C2FE}" type="slidenum">
              <a:rPr lang="en-US" smtClean="0"/>
              <a:pPr/>
              <a:t>‹#›</a:t>
            </a:fld>
            <a:endParaRPr lang="en-US" dirty="0"/>
          </a:p>
        </p:txBody>
      </p:sp>
      <p:sp>
        <p:nvSpPr>
          <p:cNvPr id="8" name="Footer Placeholder 7"/>
          <p:cNvSpPr>
            <a:spLocks noGrp="1"/>
          </p:cNvSpPr>
          <p:nvPr>
            <p:ph type="ftr" sz="quarter" idx="12"/>
          </p:nvPr>
        </p:nvSpPr>
        <p:spPr/>
        <p:txBody>
          <a:bodyPr rtlCol="0"/>
          <a:lstStyle/>
          <a:p>
            <a:r>
              <a:rPr lang="en-US" dirty="0"/>
              <a:t>B.E. COMPUTER SCIENCE AND DESIGN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4CA7C6-9876-4A78-9C47-434DCE1C4EE5}" type="datetime3">
              <a:rPr lang="en-US" smtClean="0"/>
              <a:t>5 December 2024</a:t>
            </a:fld>
            <a:endParaRPr lang="en-US" dirty="0"/>
          </a:p>
        </p:txBody>
      </p:sp>
      <p:sp>
        <p:nvSpPr>
          <p:cNvPr id="3" name="Footer Placeholder 2"/>
          <p:cNvSpPr>
            <a:spLocks noGrp="1"/>
          </p:cNvSpPr>
          <p:nvPr>
            <p:ph type="ftr" sz="quarter" idx="11"/>
          </p:nvPr>
        </p:nvSpPr>
        <p:spPr/>
        <p:txBody>
          <a:bodyPr/>
          <a:lstStyle/>
          <a:p>
            <a:r>
              <a:rPr lang="en-US" dirty="0"/>
              <a:t>B.E. COMPUTER SCIENCE AND DESIGN</a:t>
            </a:r>
          </a:p>
        </p:txBody>
      </p:sp>
      <p:sp>
        <p:nvSpPr>
          <p:cNvPr id="4" name="Slide Number Placeholder 3"/>
          <p:cNvSpPr>
            <a:spLocks noGrp="1"/>
          </p:cNvSpPr>
          <p:nvPr>
            <p:ph type="sldNum" sz="quarter" idx="12"/>
          </p:nvPr>
        </p:nvSpPr>
        <p:spPr/>
        <p:txBody>
          <a:bodyPr/>
          <a:lstStyle/>
          <a:p>
            <a:fld id="{51190CE3-CBD1-455D-B79C-C55DDAE1C2F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B591F706-6F1B-4184-BCA9-B1B42B372600}" type="datetime3">
              <a:rPr lang="en-US" smtClean="0"/>
              <a:t>5 December 2024</a:t>
            </a:fld>
            <a:endParaRPr lang="en-US" dirty="0"/>
          </a:p>
        </p:txBody>
      </p:sp>
      <p:sp>
        <p:nvSpPr>
          <p:cNvPr id="22" name="Slide Number Placeholder 21"/>
          <p:cNvSpPr>
            <a:spLocks noGrp="1"/>
          </p:cNvSpPr>
          <p:nvPr>
            <p:ph type="sldNum" sz="quarter" idx="15"/>
          </p:nvPr>
        </p:nvSpPr>
        <p:spPr/>
        <p:txBody>
          <a:bodyPr rtlCol="0"/>
          <a:lstStyle/>
          <a:p>
            <a:fld id="{51190CE3-CBD1-455D-B79C-C55DDAE1C2FE}" type="slidenum">
              <a:rPr lang="en-US" smtClean="0"/>
              <a:pPr/>
              <a:t>‹#›</a:t>
            </a:fld>
            <a:endParaRPr lang="en-US" dirty="0"/>
          </a:p>
        </p:txBody>
      </p:sp>
      <p:sp>
        <p:nvSpPr>
          <p:cNvPr id="23" name="Footer Placeholder 22"/>
          <p:cNvSpPr>
            <a:spLocks noGrp="1"/>
          </p:cNvSpPr>
          <p:nvPr>
            <p:ph type="ftr" sz="quarter" idx="16"/>
          </p:nvPr>
        </p:nvSpPr>
        <p:spPr/>
        <p:txBody>
          <a:bodyPr rtlCol="0"/>
          <a:lstStyle/>
          <a:p>
            <a:r>
              <a:rPr lang="en-US" dirty="0"/>
              <a:t>B.E. COMPUTER SCIENCE AND DESIGN</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dirty="0"/>
              <a:t>Click icon to add picture</a:t>
            </a: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2381F7C-8383-40C0-BE59-C7967F8EBCD5}" type="datetime3">
              <a:rPr lang="en-US" smtClean="0"/>
              <a:t>5 December 2024</a:t>
            </a:fld>
            <a:endParaRPr lang="en-US" dirty="0"/>
          </a:p>
        </p:txBody>
      </p:sp>
      <p:sp>
        <p:nvSpPr>
          <p:cNvPr id="18" name="Slide Number Placeholder 17"/>
          <p:cNvSpPr>
            <a:spLocks noGrp="1"/>
          </p:cNvSpPr>
          <p:nvPr>
            <p:ph type="sldNum" sz="quarter" idx="11"/>
          </p:nvPr>
        </p:nvSpPr>
        <p:spPr/>
        <p:txBody>
          <a:bodyPr rtlCol="0"/>
          <a:lstStyle/>
          <a:p>
            <a:fld id="{51190CE3-CBD1-455D-B79C-C55DDAE1C2FE}" type="slidenum">
              <a:rPr lang="en-US" smtClean="0"/>
              <a:pPr/>
              <a:t>‹#›</a:t>
            </a:fld>
            <a:endParaRPr lang="en-US" dirty="0"/>
          </a:p>
        </p:txBody>
      </p:sp>
      <p:sp>
        <p:nvSpPr>
          <p:cNvPr id="21" name="Footer Placeholder 20"/>
          <p:cNvSpPr>
            <a:spLocks noGrp="1"/>
          </p:cNvSpPr>
          <p:nvPr>
            <p:ph type="ftr" sz="quarter" idx="12"/>
          </p:nvPr>
        </p:nvSpPr>
        <p:spPr/>
        <p:txBody>
          <a:bodyPr rtlCol="0"/>
          <a:lstStyle/>
          <a:p>
            <a:r>
              <a:rPr lang="en-US" dirty="0"/>
              <a:t>B.E. COMPUTER SCIENCE AND DESIGN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6AF5C5-43DE-4630-BE8E-5A2977D39821}" type="datetime3">
              <a:rPr lang="en-US" smtClean="0"/>
              <a:t>5 December 2024</a:t>
            </a:fld>
            <a:endParaRPr lang="en-US" dirty="0"/>
          </a:p>
        </p:txBody>
      </p:sp>
      <p:sp>
        <p:nvSpPr>
          <p:cNvPr id="5" name="Footer Placeholder 4"/>
          <p:cNvSpPr>
            <a:spLocks noGrp="1"/>
          </p:cNvSpPr>
          <p:nvPr>
            <p:ph type="ftr" sz="quarter" idx="11"/>
          </p:nvPr>
        </p:nvSpPr>
        <p:spPr/>
        <p:txBody>
          <a:bodyPr/>
          <a:lstStyle/>
          <a:p>
            <a:r>
              <a:rPr lang="en-US" dirty="0"/>
              <a:t>B.E. COMPUTER SCIENCE AND DESIGN</a:t>
            </a:r>
          </a:p>
        </p:txBody>
      </p:sp>
      <p:sp>
        <p:nvSpPr>
          <p:cNvPr id="6" name="Slide Number Placeholder 5"/>
          <p:cNvSpPr>
            <a:spLocks noGrp="1"/>
          </p:cNvSpPr>
          <p:nvPr>
            <p:ph type="sldNum" sz="quarter" idx="12"/>
          </p:nvPr>
        </p:nvSpPr>
        <p:spPr/>
        <p:txBody>
          <a:bodyPr/>
          <a:lstStyle/>
          <a:p>
            <a:fld id="{51190CE3-CBD1-455D-B79C-C55DDAE1C2F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6DD598-4BEB-4ABF-A29E-C9DA87CFD500}" type="datetime3">
              <a:rPr lang="en-US" smtClean="0"/>
              <a:t>5 December 2024</a:t>
            </a:fld>
            <a:endParaRPr lang="en-US" dirty="0"/>
          </a:p>
        </p:txBody>
      </p:sp>
      <p:sp>
        <p:nvSpPr>
          <p:cNvPr id="5" name="Footer Placeholder 4"/>
          <p:cNvSpPr>
            <a:spLocks noGrp="1"/>
          </p:cNvSpPr>
          <p:nvPr>
            <p:ph type="ftr" sz="quarter" idx="11"/>
          </p:nvPr>
        </p:nvSpPr>
        <p:spPr/>
        <p:txBody>
          <a:bodyPr/>
          <a:lstStyle/>
          <a:p>
            <a:r>
              <a:rPr lang="en-US" dirty="0"/>
              <a:t>B.E. COMPUTER SCIENCE AND DESIGN</a:t>
            </a:r>
          </a:p>
        </p:txBody>
      </p:sp>
      <p:sp>
        <p:nvSpPr>
          <p:cNvPr id="6" name="Slide Number Placeholder 5"/>
          <p:cNvSpPr>
            <a:spLocks noGrp="1"/>
          </p:cNvSpPr>
          <p:nvPr>
            <p:ph type="sldNum" sz="quarter" idx="12"/>
          </p:nvPr>
        </p:nvSpPr>
        <p:spPr/>
        <p:txBody>
          <a:bodyPr/>
          <a:lstStyle/>
          <a:p>
            <a:fld id="{51190CE3-CBD1-455D-B79C-C55DDAE1C2F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7CA6A11-2F88-48E7-95C7-C5D137F3C31A}" type="datetime3">
              <a:rPr lang="en-US" smtClean="0"/>
              <a:t>5 December 2024</a:t>
            </a:fld>
            <a:endParaRPr lang="en-US" dirty="0"/>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r>
              <a:rPr lang="en-US" dirty="0"/>
              <a:t>B.E. COMPUTER SCIENCE AND DESIGN</a:t>
            </a: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51190CE3-CBD1-455D-B79C-C55DDAE1C2F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descr="Image result for sns college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24580" name="AutoShape 4" descr="Image result for sns college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24581" name="Picture 5" descr="C:\Users\Apple\Desktop\download (2).jpg"/>
          <p:cNvPicPr>
            <a:picLocks noChangeAspect="1" noChangeArrowheads="1"/>
          </p:cNvPicPr>
          <p:nvPr/>
        </p:nvPicPr>
        <p:blipFill>
          <a:blip r:embed="rId3"/>
          <a:srcRect/>
          <a:stretch>
            <a:fillRect/>
          </a:stretch>
        </p:blipFill>
        <p:spPr bwMode="auto">
          <a:xfrm>
            <a:off x="300990" y="5943600"/>
            <a:ext cx="1299210" cy="838200"/>
          </a:xfrm>
          <a:prstGeom prst="rect">
            <a:avLst/>
          </a:prstGeom>
          <a:noFill/>
        </p:spPr>
      </p:pic>
      <p:pic>
        <p:nvPicPr>
          <p:cNvPr id="24582" name="Picture 6" descr="C:\Users\Apple\Desktop\SNS-College-Of-Engineering-logo.jpg"/>
          <p:cNvPicPr>
            <a:picLocks noChangeAspect="1" noChangeArrowheads="1"/>
          </p:cNvPicPr>
          <p:nvPr/>
        </p:nvPicPr>
        <p:blipFill>
          <a:blip r:embed="rId4"/>
          <a:srcRect/>
          <a:stretch>
            <a:fillRect/>
          </a:stretch>
        </p:blipFill>
        <p:spPr bwMode="auto">
          <a:xfrm>
            <a:off x="152400" y="228600"/>
            <a:ext cx="1600200" cy="1600200"/>
          </a:xfrm>
          <a:prstGeom prst="rect">
            <a:avLst/>
          </a:prstGeom>
          <a:noFill/>
        </p:spPr>
      </p:pic>
      <p:sp>
        <p:nvSpPr>
          <p:cNvPr id="8" name="TextBox 7"/>
          <p:cNvSpPr txBox="1"/>
          <p:nvPr/>
        </p:nvSpPr>
        <p:spPr>
          <a:xfrm>
            <a:off x="3886200" y="304800"/>
            <a:ext cx="5029200" cy="369332"/>
          </a:xfrm>
          <a:prstGeom prst="rect">
            <a:avLst/>
          </a:prstGeom>
          <a:noFill/>
        </p:spPr>
        <p:txBody>
          <a:bodyPr wrap="square" rtlCol="0">
            <a:spAutoFit/>
          </a:bodyPr>
          <a:lstStyle/>
          <a:p>
            <a:pPr algn="r"/>
            <a:r>
              <a:rPr lang="en-US" dirty="0">
                <a:solidFill>
                  <a:srgbClr val="0070C0"/>
                </a:solidFill>
              </a:rPr>
              <a:t>Mini Project</a:t>
            </a:r>
          </a:p>
        </p:txBody>
      </p:sp>
      <p:sp>
        <p:nvSpPr>
          <p:cNvPr id="9" name="TextBox 8"/>
          <p:cNvSpPr txBox="1"/>
          <p:nvPr/>
        </p:nvSpPr>
        <p:spPr>
          <a:xfrm>
            <a:off x="2590800" y="1028700"/>
            <a:ext cx="5410200" cy="830997"/>
          </a:xfrm>
          <a:prstGeom prst="rect">
            <a:avLst/>
          </a:prstGeom>
          <a:noFill/>
        </p:spPr>
        <p:txBody>
          <a:bodyPr wrap="square" rtlCol="0">
            <a:spAutoFit/>
          </a:bodyPr>
          <a:lstStyle/>
          <a:p>
            <a:r>
              <a:rPr lang="en-US" sz="3000" b="1" dirty="0">
                <a:solidFill>
                  <a:srgbClr val="002060"/>
                </a:solidFill>
              </a:rPr>
              <a:t>Relax Mate</a:t>
            </a:r>
          </a:p>
          <a:p>
            <a:r>
              <a:rPr lang="en-US" dirty="0">
                <a:solidFill>
                  <a:srgbClr val="002060"/>
                </a:solidFill>
              </a:rPr>
              <a:t>Make a stop here, find peace !</a:t>
            </a:r>
          </a:p>
        </p:txBody>
      </p:sp>
      <p:sp>
        <p:nvSpPr>
          <p:cNvPr id="10" name="TextBox 9"/>
          <p:cNvSpPr txBox="1"/>
          <p:nvPr/>
        </p:nvSpPr>
        <p:spPr>
          <a:xfrm>
            <a:off x="2667000" y="2362200"/>
            <a:ext cx="4343400" cy="1754326"/>
          </a:xfrm>
          <a:prstGeom prst="rect">
            <a:avLst/>
          </a:prstGeom>
          <a:noFill/>
        </p:spPr>
        <p:txBody>
          <a:bodyPr wrap="square" rtlCol="0">
            <a:spAutoFit/>
          </a:bodyPr>
          <a:lstStyle/>
          <a:p>
            <a:r>
              <a:rPr lang="en-US" dirty="0">
                <a:solidFill>
                  <a:srgbClr val="00B050"/>
                </a:solidFill>
              </a:rPr>
              <a:t>Candidates : </a:t>
            </a:r>
          </a:p>
          <a:p>
            <a:r>
              <a:rPr lang="en-IN" dirty="0">
                <a:solidFill>
                  <a:srgbClr val="000000"/>
                </a:solidFill>
                <a:latin typeface="Times New Roman" panose="02020603050405020304" pitchFamily="18" charset="0"/>
                <a:ea typeface="Times New Roman" panose="02020603050405020304" pitchFamily="18" charset="0"/>
              </a:rPr>
              <a:t>Koshika T                  (713323CD025)</a:t>
            </a:r>
            <a:endParaRPr lang="en-IN" sz="1800" dirty="0">
              <a:solidFill>
                <a:srgbClr val="000000"/>
              </a:solidFill>
              <a:effectLst/>
              <a:latin typeface="Times New Roman" panose="02020603050405020304" pitchFamily="18" charset="0"/>
              <a:ea typeface="Times New Roman" panose="02020603050405020304" pitchFamily="18" charset="0"/>
            </a:endParaRPr>
          </a:p>
          <a:p>
            <a:r>
              <a:rPr lang="en-IN" sz="1800" dirty="0">
                <a:solidFill>
                  <a:srgbClr val="000000"/>
                </a:solidFill>
                <a:effectLst/>
                <a:latin typeface="Times New Roman" panose="02020603050405020304" pitchFamily="18" charset="0"/>
                <a:ea typeface="Times New Roman" panose="02020603050405020304" pitchFamily="18" charset="0"/>
              </a:rPr>
              <a:t>Mohammed Afsal B  (</a:t>
            </a:r>
            <a:r>
              <a:rPr lang="en-IN" dirty="0">
                <a:solidFill>
                  <a:srgbClr val="000000"/>
                </a:solidFill>
                <a:latin typeface="Times New Roman" panose="02020603050405020304" pitchFamily="18" charset="0"/>
                <a:ea typeface="Times New Roman" panose="02020603050405020304" pitchFamily="18" charset="0"/>
              </a:rPr>
              <a:t>713323CD029)</a:t>
            </a:r>
            <a:endParaRPr lang="en-IN" sz="1800" dirty="0">
              <a:solidFill>
                <a:srgbClr val="000000"/>
              </a:solidFill>
              <a:effectLst/>
              <a:latin typeface="Times New Roman" panose="02020603050405020304" pitchFamily="18" charset="0"/>
              <a:ea typeface="Times New Roman" panose="02020603050405020304" pitchFamily="18" charset="0"/>
            </a:endParaRPr>
          </a:p>
          <a:p>
            <a:r>
              <a:rPr lang="en-IN" dirty="0">
                <a:solidFill>
                  <a:srgbClr val="000000"/>
                </a:solidFill>
                <a:latin typeface="Times New Roman" panose="02020603050405020304" pitchFamily="18" charset="0"/>
                <a:ea typeface="Times New Roman" panose="02020603050405020304" pitchFamily="18" charset="0"/>
              </a:rPr>
              <a:t>Brijesh S R                </a:t>
            </a:r>
            <a:r>
              <a:rPr lang="en-IN" sz="1800" dirty="0">
                <a:solidFill>
                  <a:srgbClr val="000000"/>
                </a:solidFill>
                <a:effectLst/>
                <a:latin typeface="Times New Roman" panose="02020603050405020304" pitchFamily="18" charset="0"/>
                <a:ea typeface="Times New Roman" panose="02020603050405020304" pitchFamily="18" charset="0"/>
              </a:rPr>
              <a:t>(</a:t>
            </a:r>
            <a:r>
              <a:rPr lang="en-IN" dirty="0">
                <a:solidFill>
                  <a:srgbClr val="000000"/>
                </a:solidFill>
                <a:latin typeface="Times New Roman" panose="02020603050405020304" pitchFamily="18" charset="0"/>
                <a:ea typeface="Times New Roman" panose="02020603050405020304" pitchFamily="18" charset="0"/>
              </a:rPr>
              <a:t>713323CD006)</a:t>
            </a:r>
          </a:p>
          <a:p>
            <a:r>
              <a:rPr lang="en-IN" sz="1800" dirty="0">
                <a:solidFill>
                  <a:srgbClr val="000000"/>
                </a:solidFill>
                <a:effectLst/>
                <a:latin typeface="Times New Roman" panose="02020603050405020304" pitchFamily="18" charset="0"/>
                <a:ea typeface="Times New Roman" panose="02020603050405020304" pitchFamily="18" charset="0"/>
              </a:rPr>
              <a:t>Kirthik Kumar S        (</a:t>
            </a:r>
            <a:r>
              <a:rPr lang="en-IN" dirty="0">
                <a:solidFill>
                  <a:srgbClr val="000000"/>
                </a:solidFill>
                <a:latin typeface="Times New Roman" panose="02020603050405020304" pitchFamily="18" charset="0"/>
                <a:ea typeface="Times New Roman" panose="02020603050405020304" pitchFamily="18" charset="0"/>
              </a:rPr>
              <a:t>713323CD024)</a:t>
            </a:r>
            <a:endParaRPr lang="en-IN" sz="1800" dirty="0">
              <a:solidFill>
                <a:srgbClr val="000000"/>
              </a:solidFill>
              <a:effectLst/>
              <a:latin typeface="Times New Roman" panose="02020603050405020304" pitchFamily="18" charset="0"/>
              <a:ea typeface="Times New Roman" panose="02020603050405020304" pitchFamily="18" charset="0"/>
            </a:endParaRPr>
          </a:p>
          <a:p>
            <a:r>
              <a:rPr lang="en-IN" dirty="0">
                <a:solidFill>
                  <a:srgbClr val="000000"/>
                </a:solidFill>
                <a:latin typeface="Times New Roman" panose="02020603050405020304" pitchFamily="18" charset="0"/>
                <a:ea typeface="Times New Roman" panose="02020603050405020304" pitchFamily="18" charset="0"/>
              </a:rPr>
              <a:t>Mano Prashanth R     </a:t>
            </a:r>
            <a:r>
              <a:rPr lang="en-IN" sz="1800" dirty="0">
                <a:solidFill>
                  <a:srgbClr val="000000"/>
                </a:solidFill>
                <a:effectLst/>
                <a:latin typeface="Times New Roman" panose="02020603050405020304" pitchFamily="18" charset="0"/>
                <a:ea typeface="Times New Roman" panose="02020603050405020304" pitchFamily="18" charset="0"/>
              </a:rPr>
              <a:t>(</a:t>
            </a:r>
            <a:r>
              <a:rPr lang="en-IN" dirty="0">
                <a:solidFill>
                  <a:srgbClr val="000000"/>
                </a:solidFill>
                <a:latin typeface="Times New Roman" panose="02020603050405020304" pitchFamily="18" charset="0"/>
                <a:ea typeface="Times New Roman" panose="02020603050405020304" pitchFamily="18" charset="0"/>
              </a:rPr>
              <a:t>713323CD027)</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
        <p:nvSpPr>
          <p:cNvPr id="12" name="TextBox 11"/>
          <p:cNvSpPr txBox="1"/>
          <p:nvPr/>
        </p:nvSpPr>
        <p:spPr>
          <a:xfrm>
            <a:off x="2438400" y="5562600"/>
            <a:ext cx="5943600" cy="646331"/>
          </a:xfrm>
          <a:prstGeom prst="rect">
            <a:avLst/>
          </a:prstGeom>
          <a:noFill/>
        </p:spPr>
        <p:txBody>
          <a:bodyPr wrap="square" rtlCol="0">
            <a:spAutoFit/>
          </a:bodyPr>
          <a:lstStyle/>
          <a:p>
            <a:pPr algn="ctr"/>
            <a:r>
              <a:rPr lang="en-US" dirty="0">
                <a:solidFill>
                  <a:srgbClr val="7030A0"/>
                </a:solidFill>
              </a:rPr>
              <a:t>Department Of Computer Science &amp; Design </a:t>
            </a:r>
          </a:p>
          <a:p>
            <a:pPr algn="ctr"/>
            <a:r>
              <a:rPr lang="en-US" dirty="0">
                <a:solidFill>
                  <a:srgbClr val="7030A0"/>
                </a:solidFill>
              </a:rPr>
              <a:t>SNS College Of Engineering, Coimbatore </a:t>
            </a:r>
          </a:p>
        </p:txBody>
      </p:sp>
      <p:sp>
        <p:nvSpPr>
          <p:cNvPr id="15" name="Slide Number Placeholder 14"/>
          <p:cNvSpPr>
            <a:spLocks noGrp="1"/>
          </p:cNvSpPr>
          <p:nvPr>
            <p:ph type="sldNum" sz="quarter" idx="12"/>
          </p:nvPr>
        </p:nvSpPr>
        <p:spPr/>
        <p:txBody>
          <a:bodyPr/>
          <a:lstStyle/>
          <a:p>
            <a:fld id="{51190CE3-CBD1-455D-B79C-C55DDAE1C2FE}" type="slidenum">
              <a:rPr lang="en-US" smtClean="0"/>
              <a:pPr/>
              <a:t>1</a:t>
            </a:fld>
            <a:endParaRPr lang="en-US" dirty="0"/>
          </a:p>
        </p:txBody>
      </p:sp>
      <p:sp>
        <p:nvSpPr>
          <p:cNvPr id="16" name="Date Placeholder 15"/>
          <p:cNvSpPr>
            <a:spLocks noGrp="1"/>
          </p:cNvSpPr>
          <p:nvPr>
            <p:ph type="dt" sz="half" idx="10"/>
          </p:nvPr>
        </p:nvSpPr>
        <p:spPr>
          <a:xfrm>
            <a:off x="5486400" y="6248400"/>
            <a:ext cx="2286000" cy="381000"/>
          </a:xfrm>
        </p:spPr>
        <p:txBody>
          <a:bodyPr/>
          <a:lstStyle/>
          <a:p>
            <a:endParaRPr lang="en-US" dirty="0"/>
          </a:p>
          <a:p>
            <a:r>
              <a:rPr lang="en-US" dirty="0"/>
              <a:t>6 December 2024</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sz="quarter" idx="1"/>
          </p:nvPr>
        </p:nvSpPr>
        <p:spPr>
          <a:xfrm>
            <a:off x="457200" y="1562015"/>
            <a:ext cx="7467600" cy="4873752"/>
          </a:xfrm>
        </p:spPr>
        <p:txBody>
          <a:bodyPr>
            <a:normAutofit lnSpcReduction="10000"/>
          </a:bodyPr>
          <a:lstStyle/>
          <a:p>
            <a:r>
              <a:rPr lang="en-GB" dirty="0"/>
              <a:t>In today’s fast-paced world, stress has become a widespread issue that affects individuals across all age groups, impacting mental health, productivity, and overall well-being. </a:t>
            </a:r>
          </a:p>
          <a:p>
            <a:r>
              <a:rPr lang="en-GB" dirty="0"/>
              <a:t>Whether due to academic pressure, professional demands, or life events, stress has profound consequences on people’s emotional and physical states. </a:t>
            </a:r>
          </a:p>
          <a:p>
            <a:r>
              <a:rPr lang="en-GB" dirty="0"/>
              <a:t>Traditional methods for stress relief, such as exercise, meditation, and therapy, are proven to be effective but may not always be feasible or accessible due to time constraints, costs, or personal preferences. </a:t>
            </a:r>
          </a:p>
        </p:txBody>
      </p:sp>
      <p:sp>
        <p:nvSpPr>
          <p:cNvPr id="5" name="Slide Number Placeholder 4"/>
          <p:cNvSpPr>
            <a:spLocks noGrp="1"/>
          </p:cNvSpPr>
          <p:nvPr>
            <p:ph type="sldNum" sz="quarter" idx="15"/>
          </p:nvPr>
        </p:nvSpPr>
        <p:spPr/>
        <p:txBody>
          <a:bodyPr/>
          <a:lstStyle/>
          <a:p>
            <a:fld id="{51190CE3-CBD1-455D-B79C-C55DDAE1C2FE}" type="slidenum">
              <a:rPr lang="en-US" smtClean="0"/>
              <a:pPr/>
              <a:t>2</a:t>
            </a:fld>
            <a:endParaRPr lang="en-US" dirty="0"/>
          </a:p>
        </p:txBody>
      </p:sp>
      <p:sp>
        <p:nvSpPr>
          <p:cNvPr id="6" name="Date Placeholder 5"/>
          <p:cNvSpPr>
            <a:spLocks noGrp="1"/>
          </p:cNvSpPr>
          <p:nvPr>
            <p:ph type="dt" sz="half" idx="14"/>
          </p:nvPr>
        </p:nvSpPr>
        <p:spPr/>
        <p:txBody>
          <a:bodyPr/>
          <a:lstStyle/>
          <a:p>
            <a:endParaRPr lang="en-US" dirty="0"/>
          </a:p>
          <a:p>
            <a:r>
              <a:rPr lang="en-US" dirty="0"/>
              <a:t>6 December 2024</a:t>
            </a:r>
          </a:p>
          <a:p>
            <a:endParaRPr lang="en-US" dirty="0"/>
          </a:p>
        </p:txBody>
      </p:sp>
      <p:pic>
        <p:nvPicPr>
          <p:cNvPr id="8" name="Picture 7">
            <a:extLst>
              <a:ext uri="{FF2B5EF4-FFF2-40B4-BE49-F238E27FC236}">
                <a16:creationId xmlns:a16="http://schemas.microsoft.com/office/drawing/2014/main" id="{233BAD53-C3B9-230D-AAD8-55F0EBC525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28799"/>
            <a:ext cx="714756" cy="714756"/>
          </a:xfrm>
          <a:prstGeom prst="rect">
            <a:avLst/>
          </a:prstGeom>
        </p:spPr>
      </p:pic>
      <p:pic>
        <p:nvPicPr>
          <p:cNvPr id="9" name="Picture 8">
            <a:extLst>
              <a:ext uri="{FF2B5EF4-FFF2-40B4-BE49-F238E27FC236}">
                <a16:creationId xmlns:a16="http://schemas.microsoft.com/office/drawing/2014/main" id="{FF7EC81D-0E8D-1B79-5B43-5002051473E7}"/>
              </a:ext>
            </a:extLst>
          </p:cNvPr>
          <p:cNvPicPr>
            <a:picLocks noChangeAspect="1"/>
          </p:cNvPicPr>
          <p:nvPr/>
        </p:nvPicPr>
        <p:blipFill>
          <a:blip r:embed="rId3"/>
          <a:stretch>
            <a:fillRect/>
          </a:stretch>
        </p:blipFill>
        <p:spPr>
          <a:xfrm>
            <a:off x="7196223" y="130261"/>
            <a:ext cx="1207113" cy="7132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Empathy</a:t>
            </a:r>
          </a:p>
        </p:txBody>
      </p:sp>
      <p:sp>
        <p:nvSpPr>
          <p:cNvPr id="5" name="Slide Number Placeholder 4"/>
          <p:cNvSpPr>
            <a:spLocks noGrp="1"/>
          </p:cNvSpPr>
          <p:nvPr>
            <p:ph type="sldNum" sz="quarter" idx="15"/>
          </p:nvPr>
        </p:nvSpPr>
        <p:spPr/>
        <p:txBody>
          <a:bodyPr/>
          <a:lstStyle/>
          <a:p>
            <a:fld id="{51190CE3-CBD1-455D-B79C-C55DDAE1C2FE}" type="slidenum">
              <a:rPr lang="en-US" smtClean="0"/>
              <a:pPr/>
              <a:t>3</a:t>
            </a:fld>
            <a:endParaRPr lang="en-US" dirty="0"/>
          </a:p>
        </p:txBody>
      </p:sp>
      <p:sp>
        <p:nvSpPr>
          <p:cNvPr id="6" name="Date Placeholder 5"/>
          <p:cNvSpPr>
            <a:spLocks noGrp="1"/>
          </p:cNvSpPr>
          <p:nvPr>
            <p:ph type="dt" sz="half" idx="14"/>
          </p:nvPr>
        </p:nvSpPr>
        <p:spPr/>
        <p:txBody>
          <a:bodyPr/>
          <a:lstStyle/>
          <a:p>
            <a:endParaRPr lang="en-US" dirty="0"/>
          </a:p>
          <a:p>
            <a:r>
              <a:rPr lang="en-US" dirty="0"/>
              <a:t>6 December 2024</a:t>
            </a:r>
          </a:p>
          <a:p>
            <a:endParaRPr lang="en-US" dirty="0"/>
          </a:p>
        </p:txBody>
      </p:sp>
      <p:grpSp>
        <p:nvGrpSpPr>
          <p:cNvPr id="7" name="Group 6">
            <a:extLst>
              <a:ext uri="{FF2B5EF4-FFF2-40B4-BE49-F238E27FC236}">
                <a16:creationId xmlns:a16="http://schemas.microsoft.com/office/drawing/2014/main" id="{606757DE-F7DD-4927-98DB-4C40FB29DAB6}"/>
              </a:ext>
            </a:extLst>
          </p:cNvPr>
          <p:cNvGrpSpPr/>
          <p:nvPr/>
        </p:nvGrpSpPr>
        <p:grpSpPr>
          <a:xfrm>
            <a:off x="669673" y="1559432"/>
            <a:ext cx="7255126" cy="4914902"/>
            <a:chOff x="2880047" y="1008195"/>
            <a:chExt cx="5626426" cy="3488773"/>
          </a:xfrm>
        </p:grpSpPr>
        <p:sp>
          <p:nvSpPr>
            <p:cNvPr id="8" name="Freeform 5">
              <a:extLst>
                <a:ext uri="{FF2B5EF4-FFF2-40B4-BE49-F238E27FC236}">
                  <a16:creationId xmlns:a16="http://schemas.microsoft.com/office/drawing/2014/main" id="{52DA71C3-95DD-4100-A7AE-FE4A392291AA}"/>
                </a:ext>
              </a:extLst>
            </p:cNvPr>
            <p:cNvSpPr/>
            <p:nvPr/>
          </p:nvSpPr>
          <p:spPr>
            <a:xfrm>
              <a:off x="2880047" y="1008195"/>
              <a:ext cx="2836507" cy="1757909"/>
            </a:xfrm>
            <a:custGeom>
              <a:avLst/>
              <a:gdLst>
                <a:gd name="connsiteX0" fmla="*/ 0 w 1811998"/>
                <a:gd name="connsiteY0" fmla="*/ 0 h 2895600"/>
                <a:gd name="connsiteX1" fmla="*/ 1509992 w 1811998"/>
                <a:gd name="connsiteY1" fmla="*/ 0 h 2895600"/>
                <a:gd name="connsiteX2" fmla="*/ 1811998 w 1811998"/>
                <a:gd name="connsiteY2" fmla="*/ 302006 h 2895600"/>
                <a:gd name="connsiteX3" fmla="*/ 1811998 w 1811998"/>
                <a:gd name="connsiteY3" fmla="*/ 2895600 h 2895600"/>
                <a:gd name="connsiteX4" fmla="*/ 0 w 1811998"/>
                <a:gd name="connsiteY4" fmla="*/ 2895600 h 2895600"/>
                <a:gd name="connsiteX5" fmla="*/ 0 w 1811998"/>
                <a:gd name="connsiteY5" fmla="*/ 0 h 28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1998" h="2895600">
                  <a:moveTo>
                    <a:pt x="0" y="2895600"/>
                  </a:moveTo>
                  <a:lnTo>
                    <a:pt x="0" y="482610"/>
                  </a:lnTo>
                  <a:cubicBezTo>
                    <a:pt x="0" y="216072"/>
                    <a:pt x="84613" y="0"/>
                    <a:pt x="188988" y="0"/>
                  </a:cubicBezTo>
                  <a:lnTo>
                    <a:pt x="1811998" y="0"/>
                  </a:lnTo>
                  <a:lnTo>
                    <a:pt x="1811998" y="2895600"/>
                  </a:lnTo>
                  <a:lnTo>
                    <a:pt x="0" y="2895600"/>
                  </a:lnTo>
                  <a:close/>
                </a:path>
              </a:pathLst>
            </a:custGeom>
          </p:spPr>
          <p:style>
            <a:lnRef idx="1">
              <a:schemeClr val="accent4"/>
            </a:lnRef>
            <a:fillRef idx="2">
              <a:schemeClr val="accent4"/>
            </a:fillRef>
            <a:effectRef idx="1">
              <a:schemeClr val="accent4"/>
            </a:effectRef>
            <a:fontRef idx="minor">
              <a:schemeClr val="dk1"/>
            </a:fontRef>
          </p:style>
          <p:txBody>
            <a:bodyPr spcFirstLastPara="0" vert="horz" wrap="square" lIns="391161" tIns="391160" rIns="391160" bIns="844160" numCol="1" spcCol="1270" anchor="ctr" anchorCtr="0">
              <a:noAutofit/>
            </a:bodyPr>
            <a:lstStyle/>
            <a:p>
              <a:pPr marL="285750" indent="-285750">
                <a:buFont typeface="Arial" pitchFamily="34" charset="0"/>
                <a:buChar char="•"/>
              </a:pPr>
              <a:endParaRPr lang="en-US" sz="1000" dirty="0"/>
            </a:p>
            <a:p>
              <a:pPr marL="285750" indent="-285750">
                <a:buFont typeface="Arial" pitchFamily="34" charset="0"/>
                <a:buChar char="•"/>
              </a:pPr>
              <a:endParaRPr lang="en-US" sz="1000" dirty="0"/>
            </a:p>
            <a:p>
              <a:pPr marL="285750" indent="-285750">
                <a:buFont typeface="Arial" pitchFamily="34" charset="0"/>
                <a:buChar char="•"/>
              </a:pPr>
              <a:endParaRPr lang="en-US" sz="1000" dirty="0"/>
            </a:p>
            <a:p>
              <a:pPr lvl="0" algn="l" defTabSz="2444750">
                <a:lnSpc>
                  <a:spcPct val="90000"/>
                </a:lnSpc>
                <a:spcBef>
                  <a:spcPct val="0"/>
                </a:spcBef>
                <a:spcAft>
                  <a:spcPct val="35000"/>
                </a:spcAft>
              </a:pPr>
              <a:endParaRPr lang="en-US" sz="1000" kern="1200" dirty="0"/>
            </a:p>
          </p:txBody>
        </p:sp>
        <p:sp>
          <p:nvSpPr>
            <p:cNvPr id="9" name="Freeform 9">
              <a:extLst>
                <a:ext uri="{FF2B5EF4-FFF2-40B4-BE49-F238E27FC236}">
                  <a16:creationId xmlns:a16="http://schemas.microsoft.com/office/drawing/2014/main" id="{5FB3FBBE-D711-41E3-BDB5-3B78B52C81A3}"/>
                </a:ext>
              </a:extLst>
            </p:cNvPr>
            <p:cNvSpPr/>
            <p:nvPr/>
          </p:nvSpPr>
          <p:spPr>
            <a:xfrm>
              <a:off x="5727171" y="1008195"/>
              <a:ext cx="2766796" cy="1811998"/>
            </a:xfrm>
            <a:custGeom>
              <a:avLst/>
              <a:gdLst>
                <a:gd name="connsiteX0" fmla="*/ 0 w 2895600"/>
                <a:gd name="connsiteY0" fmla="*/ 0 h 1811998"/>
                <a:gd name="connsiteX1" fmla="*/ 2593594 w 2895600"/>
                <a:gd name="connsiteY1" fmla="*/ 0 h 1811998"/>
                <a:gd name="connsiteX2" fmla="*/ 2895600 w 2895600"/>
                <a:gd name="connsiteY2" fmla="*/ 302006 h 1811998"/>
                <a:gd name="connsiteX3" fmla="*/ 2895600 w 2895600"/>
                <a:gd name="connsiteY3" fmla="*/ 1811998 h 1811998"/>
                <a:gd name="connsiteX4" fmla="*/ 0 w 2895600"/>
                <a:gd name="connsiteY4" fmla="*/ 1811998 h 1811998"/>
                <a:gd name="connsiteX5" fmla="*/ 0 w 2895600"/>
                <a:gd name="connsiteY5" fmla="*/ 0 h 181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5600" h="1811998">
                  <a:moveTo>
                    <a:pt x="0" y="0"/>
                  </a:moveTo>
                  <a:lnTo>
                    <a:pt x="2593594" y="0"/>
                  </a:lnTo>
                  <a:cubicBezTo>
                    <a:pt x="2760387" y="0"/>
                    <a:pt x="2895600" y="135213"/>
                    <a:pt x="2895600" y="302006"/>
                  </a:cubicBezTo>
                  <a:lnTo>
                    <a:pt x="2895600" y="1811998"/>
                  </a:lnTo>
                  <a:lnTo>
                    <a:pt x="0" y="1811998"/>
                  </a:lnTo>
                  <a:lnTo>
                    <a:pt x="0" y="0"/>
                  </a:lnTo>
                  <a:close/>
                </a:path>
              </a:pathLst>
            </a:custGeom>
          </p:spPr>
          <p:style>
            <a:lnRef idx="1">
              <a:schemeClr val="accent5"/>
            </a:lnRef>
            <a:fillRef idx="2">
              <a:schemeClr val="accent5"/>
            </a:fillRef>
            <a:effectRef idx="1">
              <a:schemeClr val="accent5"/>
            </a:effectRef>
            <a:fontRef idx="minor">
              <a:schemeClr val="dk1"/>
            </a:fontRef>
          </p:style>
          <p:txBody>
            <a:bodyPr spcFirstLastPara="0" vert="horz" wrap="square" lIns="348488" tIns="348488" rIns="348488" bIns="801488" numCol="1" spcCol="1270" anchor="ctr" anchorCtr="0">
              <a:noAutofit/>
            </a:bodyPr>
            <a:lstStyle/>
            <a:p>
              <a:pPr defTabSz="2178050">
                <a:lnSpc>
                  <a:spcPct val="90000"/>
                </a:lnSpc>
                <a:spcBef>
                  <a:spcPct val="0"/>
                </a:spcBef>
                <a:spcAft>
                  <a:spcPct val="35000"/>
                </a:spcAft>
              </a:pPr>
              <a:endParaRPr lang="en-US" sz="1600" b="1" dirty="0"/>
            </a:p>
          </p:txBody>
        </p:sp>
        <p:sp>
          <p:nvSpPr>
            <p:cNvPr id="10" name="Freeform 12">
              <a:extLst>
                <a:ext uri="{FF2B5EF4-FFF2-40B4-BE49-F238E27FC236}">
                  <a16:creationId xmlns:a16="http://schemas.microsoft.com/office/drawing/2014/main" id="{18315A58-B478-4AE9-93F0-A7D56222D407}"/>
                </a:ext>
              </a:extLst>
            </p:cNvPr>
            <p:cNvSpPr/>
            <p:nvPr/>
          </p:nvSpPr>
          <p:spPr>
            <a:xfrm>
              <a:off x="2880047" y="2684969"/>
              <a:ext cx="2895601" cy="1811999"/>
            </a:xfrm>
            <a:custGeom>
              <a:avLst/>
              <a:gdLst>
                <a:gd name="connsiteX0" fmla="*/ 0 w 2895600"/>
                <a:gd name="connsiteY0" fmla="*/ 0 h 1811998"/>
                <a:gd name="connsiteX1" fmla="*/ 2593594 w 2895600"/>
                <a:gd name="connsiteY1" fmla="*/ 0 h 1811998"/>
                <a:gd name="connsiteX2" fmla="*/ 2895600 w 2895600"/>
                <a:gd name="connsiteY2" fmla="*/ 302006 h 1811998"/>
                <a:gd name="connsiteX3" fmla="*/ 2895600 w 2895600"/>
                <a:gd name="connsiteY3" fmla="*/ 1811998 h 1811998"/>
                <a:gd name="connsiteX4" fmla="*/ 0 w 2895600"/>
                <a:gd name="connsiteY4" fmla="*/ 1811998 h 1811998"/>
                <a:gd name="connsiteX5" fmla="*/ 0 w 2895600"/>
                <a:gd name="connsiteY5" fmla="*/ 0 h 181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95600" h="1811998">
                  <a:moveTo>
                    <a:pt x="2895600" y="1811997"/>
                  </a:moveTo>
                  <a:lnTo>
                    <a:pt x="302006" y="1811997"/>
                  </a:lnTo>
                  <a:cubicBezTo>
                    <a:pt x="135213" y="1811997"/>
                    <a:pt x="0" y="1676784"/>
                    <a:pt x="0" y="1509991"/>
                  </a:cubicBezTo>
                  <a:lnTo>
                    <a:pt x="0" y="1"/>
                  </a:lnTo>
                  <a:lnTo>
                    <a:pt x="2895600" y="1"/>
                  </a:lnTo>
                  <a:lnTo>
                    <a:pt x="2895600" y="1811997"/>
                  </a:lnTo>
                  <a:close/>
                </a:path>
              </a:pathLst>
            </a:custGeom>
          </p:spPr>
          <p:style>
            <a:lnRef idx="2">
              <a:schemeClr val="accent4">
                <a:shade val="50000"/>
              </a:schemeClr>
            </a:lnRef>
            <a:fillRef idx="1">
              <a:schemeClr val="accent4"/>
            </a:fillRef>
            <a:effectRef idx="0">
              <a:schemeClr val="accent4"/>
            </a:effectRef>
            <a:fontRef idx="minor">
              <a:schemeClr val="lt1"/>
            </a:fontRef>
          </p:style>
          <p:txBody>
            <a:bodyPr spcFirstLastPara="0" vert="horz" wrap="square" lIns="99567" tIns="552569" rIns="99569" bIns="99568" numCol="1" spcCol="1270" anchor="ctr" anchorCtr="0">
              <a:noAutofit/>
            </a:bodyPr>
            <a:lstStyle/>
            <a:p>
              <a:pPr algn="ctr" defTabSz="622300">
                <a:lnSpc>
                  <a:spcPct val="90000"/>
                </a:lnSpc>
                <a:spcBef>
                  <a:spcPct val="0"/>
                </a:spcBef>
                <a:spcAft>
                  <a:spcPct val="35000"/>
                </a:spcAft>
              </a:pPr>
              <a:endParaRPr lang="en-US" sz="1400" kern="1200" dirty="0">
                <a:solidFill>
                  <a:schemeClr val="tx1">
                    <a:lumMod val="95000"/>
                    <a:lumOff val="5000"/>
                  </a:schemeClr>
                </a:solidFill>
              </a:endParaRPr>
            </a:p>
          </p:txBody>
        </p:sp>
        <p:sp>
          <p:nvSpPr>
            <p:cNvPr id="11" name="Freeform 13">
              <a:extLst>
                <a:ext uri="{FF2B5EF4-FFF2-40B4-BE49-F238E27FC236}">
                  <a16:creationId xmlns:a16="http://schemas.microsoft.com/office/drawing/2014/main" id="{5FD8AF79-54DF-4B46-AA7F-5CB06B1D1781}"/>
                </a:ext>
              </a:extLst>
            </p:cNvPr>
            <p:cNvSpPr/>
            <p:nvPr/>
          </p:nvSpPr>
          <p:spPr>
            <a:xfrm>
              <a:off x="5739677" y="2766105"/>
              <a:ext cx="2766796" cy="1730863"/>
            </a:xfrm>
            <a:custGeom>
              <a:avLst/>
              <a:gdLst>
                <a:gd name="connsiteX0" fmla="*/ 0 w 1811998"/>
                <a:gd name="connsiteY0" fmla="*/ 0 h 2895600"/>
                <a:gd name="connsiteX1" fmla="*/ 1509992 w 1811998"/>
                <a:gd name="connsiteY1" fmla="*/ 0 h 2895600"/>
                <a:gd name="connsiteX2" fmla="*/ 1811998 w 1811998"/>
                <a:gd name="connsiteY2" fmla="*/ 302006 h 2895600"/>
                <a:gd name="connsiteX3" fmla="*/ 1811998 w 1811998"/>
                <a:gd name="connsiteY3" fmla="*/ 2895600 h 2895600"/>
                <a:gd name="connsiteX4" fmla="*/ 0 w 1811998"/>
                <a:gd name="connsiteY4" fmla="*/ 2895600 h 2895600"/>
                <a:gd name="connsiteX5" fmla="*/ 0 w 1811998"/>
                <a:gd name="connsiteY5" fmla="*/ 0 h 28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1998" h="2895600">
                  <a:moveTo>
                    <a:pt x="1811998" y="1"/>
                  </a:moveTo>
                  <a:lnTo>
                    <a:pt x="1811998" y="2412989"/>
                  </a:lnTo>
                  <a:cubicBezTo>
                    <a:pt x="1811998" y="2679527"/>
                    <a:pt x="1727385" y="2895599"/>
                    <a:pt x="1623010" y="2895599"/>
                  </a:cubicBezTo>
                  <a:lnTo>
                    <a:pt x="0" y="2895599"/>
                  </a:lnTo>
                  <a:lnTo>
                    <a:pt x="0" y="1"/>
                  </a:lnTo>
                  <a:lnTo>
                    <a:pt x="1811998" y="1"/>
                  </a:lnTo>
                  <a:close/>
                </a:path>
              </a:pathLst>
            </a:custGeom>
          </p:spPr>
          <p:style>
            <a:lnRef idx="2">
              <a:schemeClr val="accent5">
                <a:shade val="50000"/>
              </a:schemeClr>
            </a:lnRef>
            <a:fillRef idx="1">
              <a:schemeClr val="accent5"/>
            </a:fillRef>
            <a:effectRef idx="0">
              <a:schemeClr val="accent5"/>
            </a:effectRef>
            <a:fontRef idx="minor">
              <a:schemeClr val="lt1"/>
            </a:fontRef>
          </p:style>
          <p:txBody>
            <a:bodyPr spcFirstLastPara="0" vert="horz" wrap="square" lIns="64008" tIns="517008" rIns="64008" bIns="64008" numCol="1" spcCol="1270" anchor="ctr" anchorCtr="0">
              <a:noAutofit/>
            </a:bodyPr>
            <a:lstStyle/>
            <a:p>
              <a:pPr lvl="0" algn="ctr" defTabSz="400050">
                <a:lnSpc>
                  <a:spcPct val="90000"/>
                </a:lnSpc>
                <a:spcBef>
                  <a:spcPct val="0"/>
                </a:spcBef>
                <a:spcAft>
                  <a:spcPct val="35000"/>
                </a:spcAft>
              </a:pPr>
              <a:endParaRPr lang="en-US" sz="2000" b="1" kern="1200" dirty="0">
                <a:solidFill>
                  <a:schemeClr val="tx1">
                    <a:lumMod val="95000"/>
                    <a:lumOff val="5000"/>
                  </a:schemeClr>
                </a:solidFill>
              </a:endParaRPr>
            </a:p>
          </p:txBody>
        </p:sp>
        <p:sp>
          <p:nvSpPr>
            <p:cNvPr id="12" name="Freeform 14">
              <a:extLst>
                <a:ext uri="{FF2B5EF4-FFF2-40B4-BE49-F238E27FC236}">
                  <a16:creationId xmlns:a16="http://schemas.microsoft.com/office/drawing/2014/main" id="{779328B5-F3C8-41A2-9E52-2CCEE2924287}"/>
                </a:ext>
              </a:extLst>
            </p:cNvPr>
            <p:cNvSpPr/>
            <p:nvPr/>
          </p:nvSpPr>
          <p:spPr>
            <a:xfrm>
              <a:off x="5000498" y="2504104"/>
              <a:ext cx="1337870" cy="708015"/>
            </a:xfrm>
            <a:custGeom>
              <a:avLst/>
              <a:gdLst>
                <a:gd name="connsiteX0" fmla="*/ 0 w 1737360"/>
                <a:gd name="connsiteY0" fmla="*/ 151003 h 905999"/>
                <a:gd name="connsiteX1" fmla="*/ 151003 w 1737360"/>
                <a:gd name="connsiteY1" fmla="*/ 0 h 905999"/>
                <a:gd name="connsiteX2" fmla="*/ 1586357 w 1737360"/>
                <a:gd name="connsiteY2" fmla="*/ 0 h 905999"/>
                <a:gd name="connsiteX3" fmla="*/ 1737360 w 1737360"/>
                <a:gd name="connsiteY3" fmla="*/ 151003 h 905999"/>
                <a:gd name="connsiteX4" fmla="*/ 1737360 w 1737360"/>
                <a:gd name="connsiteY4" fmla="*/ 754996 h 905999"/>
                <a:gd name="connsiteX5" fmla="*/ 1586357 w 1737360"/>
                <a:gd name="connsiteY5" fmla="*/ 905999 h 905999"/>
                <a:gd name="connsiteX6" fmla="*/ 151003 w 1737360"/>
                <a:gd name="connsiteY6" fmla="*/ 905999 h 905999"/>
                <a:gd name="connsiteX7" fmla="*/ 0 w 1737360"/>
                <a:gd name="connsiteY7" fmla="*/ 754996 h 905999"/>
                <a:gd name="connsiteX8" fmla="*/ 0 w 1737360"/>
                <a:gd name="connsiteY8" fmla="*/ 151003 h 90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7360" h="905999">
                  <a:moveTo>
                    <a:pt x="0" y="151003"/>
                  </a:moveTo>
                  <a:cubicBezTo>
                    <a:pt x="0" y="67606"/>
                    <a:pt x="67606" y="0"/>
                    <a:pt x="151003" y="0"/>
                  </a:cubicBezTo>
                  <a:lnTo>
                    <a:pt x="1586357" y="0"/>
                  </a:lnTo>
                  <a:cubicBezTo>
                    <a:pt x="1669754" y="0"/>
                    <a:pt x="1737360" y="67606"/>
                    <a:pt x="1737360" y="151003"/>
                  </a:cubicBezTo>
                  <a:lnTo>
                    <a:pt x="1737360" y="754996"/>
                  </a:lnTo>
                  <a:cubicBezTo>
                    <a:pt x="1737360" y="838393"/>
                    <a:pt x="1669754" y="905999"/>
                    <a:pt x="1586357" y="905999"/>
                  </a:cubicBezTo>
                  <a:lnTo>
                    <a:pt x="151003" y="905999"/>
                  </a:lnTo>
                  <a:cubicBezTo>
                    <a:pt x="67606" y="905999"/>
                    <a:pt x="0" y="838393"/>
                    <a:pt x="0" y="754996"/>
                  </a:cubicBezTo>
                  <a:lnTo>
                    <a:pt x="0" y="151003"/>
                  </a:lnTo>
                  <a:close/>
                </a:path>
              </a:pathLst>
            </a:cu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spcFirstLastPara="0" vert="horz" wrap="square" lIns="105187" tIns="105187" rIns="105187" bIns="105187" numCol="1" spcCol="1270" anchor="ctr" anchorCtr="0">
              <a:noAutofit/>
            </a:bodyPr>
            <a:lstStyle/>
            <a:p>
              <a:pPr lvl="0" algn="ctr" defTabSz="711200">
                <a:lnSpc>
                  <a:spcPct val="90000"/>
                </a:lnSpc>
                <a:spcBef>
                  <a:spcPct val="0"/>
                </a:spcBef>
                <a:spcAft>
                  <a:spcPct val="35000"/>
                </a:spcAft>
              </a:pPr>
              <a:r>
                <a:rPr lang="en-US" sz="1600" kern="1200" dirty="0"/>
                <a:t>CUSTOMER</a:t>
              </a:r>
            </a:p>
          </p:txBody>
        </p:sp>
      </p:grpSp>
      <p:pic>
        <p:nvPicPr>
          <p:cNvPr id="4" name="Picture 3">
            <a:extLst>
              <a:ext uri="{FF2B5EF4-FFF2-40B4-BE49-F238E27FC236}">
                <a16:creationId xmlns:a16="http://schemas.microsoft.com/office/drawing/2014/main" id="{2937F776-1FAB-B4C0-D533-AD610585AEEB}"/>
              </a:ext>
            </a:extLst>
          </p:cNvPr>
          <p:cNvPicPr>
            <a:picLocks noChangeAspect="1"/>
          </p:cNvPicPr>
          <p:nvPr/>
        </p:nvPicPr>
        <p:blipFill>
          <a:blip r:embed="rId2"/>
          <a:stretch>
            <a:fillRect/>
          </a:stretch>
        </p:blipFill>
        <p:spPr>
          <a:xfrm>
            <a:off x="353506" y="77450"/>
            <a:ext cx="713294" cy="713294"/>
          </a:xfrm>
          <a:prstGeom prst="rect">
            <a:avLst/>
          </a:prstGeom>
        </p:spPr>
      </p:pic>
      <p:pic>
        <p:nvPicPr>
          <p:cNvPr id="13" name="Picture 12">
            <a:extLst>
              <a:ext uri="{FF2B5EF4-FFF2-40B4-BE49-F238E27FC236}">
                <a16:creationId xmlns:a16="http://schemas.microsoft.com/office/drawing/2014/main" id="{CDD5DF04-D9AC-C96B-F805-B30565B0F277}"/>
              </a:ext>
            </a:extLst>
          </p:cNvPr>
          <p:cNvPicPr>
            <a:picLocks noChangeAspect="1"/>
          </p:cNvPicPr>
          <p:nvPr/>
        </p:nvPicPr>
        <p:blipFill>
          <a:blip r:embed="rId3"/>
          <a:stretch>
            <a:fillRect/>
          </a:stretch>
        </p:blipFill>
        <p:spPr>
          <a:xfrm>
            <a:off x="7321243" y="132844"/>
            <a:ext cx="1207113" cy="713294"/>
          </a:xfrm>
          <a:prstGeom prst="rect">
            <a:avLst/>
          </a:prstGeom>
        </p:spPr>
      </p:pic>
      <p:sp>
        <p:nvSpPr>
          <p:cNvPr id="14" name="TextBox 13">
            <a:extLst>
              <a:ext uri="{FF2B5EF4-FFF2-40B4-BE49-F238E27FC236}">
                <a16:creationId xmlns:a16="http://schemas.microsoft.com/office/drawing/2014/main" id="{A7AD7247-0CAB-4A9D-CD53-69F60BE5EDA0}"/>
              </a:ext>
            </a:extLst>
          </p:cNvPr>
          <p:cNvSpPr txBox="1"/>
          <p:nvPr/>
        </p:nvSpPr>
        <p:spPr>
          <a:xfrm>
            <a:off x="4819212" y="1797893"/>
            <a:ext cx="2735645" cy="2069797"/>
          </a:xfrm>
          <a:prstGeom prst="rect">
            <a:avLst/>
          </a:prstGeom>
          <a:noFill/>
        </p:spPr>
        <p:txBody>
          <a:bodyPr wrap="square">
            <a:spAutoFit/>
          </a:bodyPr>
          <a:lstStyle/>
          <a:p>
            <a:pPr algn="ctr"/>
            <a:r>
              <a:rPr lang="en-US" sz="2000" b="1" dirty="0"/>
              <a:t>Thinks</a:t>
            </a:r>
          </a:p>
          <a:p>
            <a:pPr algn="ctr"/>
            <a:r>
              <a:rPr lang="en-US" sz="1050" dirty="0"/>
              <a:t> </a:t>
            </a:r>
          </a:p>
          <a:p>
            <a:pPr algn="r"/>
            <a:r>
              <a:rPr lang="en-GB" sz="1400" b="0" i="0" u="none" strike="noStrike" dirty="0">
                <a:solidFill>
                  <a:srgbClr val="000000"/>
                </a:solidFill>
                <a:effectLst/>
                <a:latin typeface="YAFdJoNRMmU 0"/>
              </a:rPr>
              <a:t>A solar tracking system optimizes energy production by orienting solar panels to follow the sun’s path throughout the day, increasing efficiency and maximizing the amount of sunlight captured for power generation</a:t>
            </a:r>
            <a:r>
              <a:rPr lang="en-US" sz="1050" dirty="0"/>
              <a:t>.</a:t>
            </a:r>
          </a:p>
        </p:txBody>
      </p:sp>
      <p:sp>
        <p:nvSpPr>
          <p:cNvPr id="16" name="TextBox 15">
            <a:extLst>
              <a:ext uri="{FF2B5EF4-FFF2-40B4-BE49-F238E27FC236}">
                <a16:creationId xmlns:a16="http://schemas.microsoft.com/office/drawing/2014/main" id="{85C45DD7-971E-76B1-CCCA-9A153438E92A}"/>
              </a:ext>
            </a:extLst>
          </p:cNvPr>
          <p:cNvSpPr txBox="1"/>
          <p:nvPr/>
        </p:nvSpPr>
        <p:spPr>
          <a:xfrm>
            <a:off x="926017" y="1874838"/>
            <a:ext cx="3012568" cy="1915909"/>
          </a:xfrm>
          <a:prstGeom prst="rect">
            <a:avLst/>
          </a:prstGeom>
          <a:noFill/>
        </p:spPr>
        <p:txBody>
          <a:bodyPr wrap="square">
            <a:spAutoFit/>
          </a:bodyPr>
          <a:lstStyle/>
          <a:p>
            <a:pPr algn="ctr"/>
            <a:r>
              <a:rPr lang="en-US" sz="2000" b="1" dirty="0"/>
              <a:t>Says</a:t>
            </a:r>
          </a:p>
          <a:p>
            <a:pPr algn="ctr"/>
            <a:r>
              <a:rPr lang="en-US" sz="1050" dirty="0"/>
              <a:t> </a:t>
            </a:r>
          </a:p>
          <a:p>
            <a:r>
              <a:rPr lang="en-GB" sz="1400" dirty="0">
                <a:solidFill>
                  <a:srgbClr val="000000"/>
                </a:solidFill>
                <a:latin typeface="YAFdJoNRMmU 0"/>
              </a:rPr>
              <a:t>A solar tracking system adjusts solar panels to follow sun’s path, optimizing energy production. It enhances efficiency by maximizing sunlight exposure throughout the day, boosting overall renewable energy output</a:t>
            </a:r>
            <a:endParaRPr lang="en-GB" sz="1400" dirty="0">
              <a:solidFill>
                <a:srgbClr val="000000"/>
              </a:solidFill>
              <a:effectLst/>
              <a:latin typeface="YAFdJoNRMmU 0"/>
            </a:endParaRPr>
          </a:p>
        </p:txBody>
      </p:sp>
      <p:sp>
        <p:nvSpPr>
          <p:cNvPr id="18" name="TextBox 17">
            <a:extLst>
              <a:ext uri="{FF2B5EF4-FFF2-40B4-BE49-F238E27FC236}">
                <a16:creationId xmlns:a16="http://schemas.microsoft.com/office/drawing/2014/main" id="{3F43BCC5-5D61-75D0-6691-03E5D9DF04FB}"/>
              </a:ext>
            </a:extLst>
          </p:cNvPr>
          <p:cNvSpPr txBox="1"/>
          <p:nvPr/>
        </p:nvSpPr>
        <p:spPr>
          <a:xfrm>
            <a:off x="926017" y="4266169"/>
            <a:ext cx="2911437" cy="2069797"/>
          </a:xfrm>
          <a:prstGeom prst="rect">
            <a:avLst/>
          </a:prstGeom>
          <a:noFill/>
        </p:spPr>
        <p:txBody>
          <a:bodyPr wrap="square">
            <a:spAutoFit/>
          </a:bodyPr>
          <a:lstStyle/>
          <a:p>
            <a:pPr algn="ctr"/>
            <a:r>
              <a:rPr lang="en-US" sz="2000" b="1" dirty="0"/>
              <a:t>Does</a:t>
            </a:r>
          </a:p>
          <a:p>
            <a:pPr algn="ctr"/>
            <a:r>
              <a:rPr lang="en-US" sz="1050" dirty="0"/>
              <a:t> </a:t>
            </a:r>
          </a:p>
          <a:p>
            <a:r>
              <a:rPr lang="en-GB" sz="1400" b="0" i="0" u="none" strike="noStrike" dirty="0">
                <a:solidFill>
                  <a:srgbClr val="000000"/>
                </a:solidFill>
                <a:effectLst/>
                <a:latin typeface="YAFdJoNRMmU 0"/>
              </a:rPr>
              <a:t>A solar tracking system automatically adjusts the position of solar panels to track the sun’s movement, ensuring optimal sunlight exposure throughout the day, which enhances energy production efficiency and overall output</a:t>
            </a:r>
            <a:endParaRPr lang="en-US" sz="1400" dirty="0"/>
          </a:p>
        </p:txBody>
      </p:sp>
      <p:sp>
        <p:nvSpPr>
          <p:cNvPr id="22" name="TextBox 21">
            <a:extLst>
              <a:ext uri="{FF2B5EF4-FFF2-40B4-BE49-F238E27FC236}">
                <a16:creationId xmlns:a16="http://schemas.microsoft.com/office/drawing/2014/main" id="{E715C5EA-090B-6BEF-264B-4663756040D5}"/>
              </a:ext>
            </a:extLst>
          </p:cNvPr>
          <p:cNvSpPr txBox="1"/>
          <p:nvPr/>
        </p:nvSpPr>
        <p:spPr>
          <a:xfrm>
            <a:off x="4709055" y="4192655"/>
            <a:ext cx="2911437" cy="2069797"/>
          </a:xfrm>
          <a:prstGeom prst="rect">
            <a:avLst/>
          </a:prstGeom>
          <a:noFill/>
        </p:spPr>
        <p:txBody>
          <a:bodyPr wrap="square">
            <a:spAutoFit/>
          </a:bodyPr>
          <a:lstStyle/>
          <a:p>
            <a:pPr algn="ctr"/>
            <a:r>
              <a:rPr lang="en-US" sz="2000" b="1" dirty="0"/>
              <a:t>Feels</a:t>
            </a:r>
          </a:p>
          <a:p>
            <a:pPr algn="ctr"/>
            <a:r>
              <a:rPr lang="en-US" sz="1050" dirty="0"/>
              <a:t> </a:t>
            </a:r>
          </a:p>
          <a:p>
            <a:pPr algn="r"/>
            <a:r>
              <a:rPr lang="en-GB" sz="1400" b="0" i="0" u="none" strike="noStrike" dirty="0">
                <a:solidFill>
                  <a:srgbClr val="000000"/>
                </a:solidFill>
                <a:effectLst/>
                <a:latin typeface="YAFdJoNRMmU 0"/>
              </a:rPr>
              <a:t>A solar tracking system intuitively senses the sun’s position, pivoting solar panels accordingly to harness maximum sunlight. It’s like a living organism responding to the sin’s warmth, optimizing energy absorption efficiently.</a:t>
            </a:r>
            <a:endParaRPr lang="en-GB" sz="1400" b="0" i="0" dirty="0">
              <a:solidFill>
                <a:srgbClr val="000000"/>
              </a:solidFill>
              <a:effectLst/>
              <a:latin typeface="YAFdJoNRMmU 0"/>
            </a:endParaRPr>
          </a:p>
        </p:txBody>
      </p:sp>
      <p:pic>
        <p:nvPicPr>
          <p:cNvPr id="19" name="Picture 18">
            <a:extLst>
              <a:ext uri="{FF2B5EF4-FFF2-40B4-BE49-F238E27FC236}">
                <a16:creationId xmlns:a16="http://schemas.microsoft.com/office/drawing/2014/main" id="{EC1159E1-256F-9C35-B5A5-178190F93236}"/>
              </a:ext>
            </a:extLst>
          </p:cNvPr>
          <p:cNvPicPr>
            <a:picLocks noChangeAspect="1"/>
          </p:cNvPicPr>
          <p:nvPr/>
        </p:nvPicPr>
        <p:blipFill>
          <a:blip r:embed="rId4"/>
          <a:stretch>
            <a:fillRect/>
          </a:stretch>
        </p:blipFill>
        <p:spPr>
          <a:xfrm>
            <a:off x="632994" y="1543852"/>
            <a:ext cx="7509274" cy="49841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4E2F-B4C2-89D1-9416-C8DFA0288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96E79-8A8E-F80E-5BBD-9DEEDD4699B4}"/>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DFCA55BD-A688-97D6-7BA9-56E7F5756743}"/>
              </a:ext>
            </a:extLst>
          </p:cNvPr>
          <p:cNvSpPr>
            <a:spLocks noGrp="1"/>
          </p:cNvSpPr>
          <p:nvPr>
            <p:ph sz="quarter" idx="1"/>
          </p:nvPr>
        </p:nvSpPr>
        <p:spPr>
          <a:xfrm>
            <a:off x="457200" y="1575412"/>
            <a:ext cx="7315200" cy="4901588"/>
          </a:xfrm>
        </p:spPr>
        <p:txBody>
          <a:bodyPr>
            <a:normAutofit/>
          </a:bodyPr>
          <a:lstStyle/>
          <a:p>
            <a:r>
              <a:rPr lang="en-GB" dirty="0"/>
              <a:t>The project employs a multi-faceted approach to address stress relief by creating an engaging and interactive platform. </a:t>
            </a:r>
          </a:p>
          <a:p>
            <a:r>
              <a:rPr lang="en-GB" dirty="0"/>
              <a:t>Users begin by engaging in symmetry drawing, which fosters mindfulness through repetitive and intricate designs. </a:t>
            </a:r>
          </a:p>
          <a:p>
            <a:r>
              <a:rPr lang="en-GB" dirty="0"/>
              <a:t>This artistic process is paired with AI-generated baby photos, triggering positive emotional responses. Additionally, soothing music and positive affirmations enhance the experience while a user-friendly interface ensures accessibility for all age groups. </a:t>
            </a:r>
            <a:endParaRPr lang="en-US" dirty="0"/>
          </a:p>
        </p:txBody>
      </p:sp>
      <p:sp>
        <p:nvSpPr>
          <p:cNvPr id="5" name="Slide Number Placeholder 4">
            <a:extLst>
              <a:ext uri="{FF2B5EF4-FFF2-40B4-BE49-F238E27FC236}">
                <a16:creationId xmlns:a16="http://schemas.microsoft.com/office/drawing/2014/main" id="{E20F8A02-805E-7C96-B0C3-54E913A5FBBE}"/>
              </a:ext>
            </a:extLst>
          </p:cNvPr>
          <p:cNvSpPr>
            <a:spLocks noGrp="1"/>
          </p:cNvSpPr>
          <p:nvPr>
            <p:ph type="sldNum" sz="quarter" idx="15"/>
          </p:nvPr>
        </p:nvSpPr>
        <p:spPr/>
        <p:txBody>
          <a:bodyPr/>
          <a:lstStyle/>
          <a:p>
            <a:fld id="{51190CE3-CBD1-455D-B79C-C55DDAE1C2FE}" type="slidenum">
              <a:rPr lang="en-US" smtClean="0"/>
              <a:pPr/>
              <a:t>4</a:t>
            </a:fld>
            <a:endParaRPr lang="en-US" dirty="0"/>
          </a:p>
        </p:txBody>
      </p:sp>
      <p:sp>
        <p:nvSpPr>
          <p:cNvPr id="6" name="Date Placeholder 5">
            <a:extLst>
              <a:ext uri="{FF2B5EF4-FFF2-40B4-BE49-F238E27FC236}">
                <a16:creationId xmlns:a16="http://schemas.microsoft.com/office/drawing/2014/main" id="{D5FACE91-8491-5601-0A34-A3FAE097B370}"/>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1179C5B3-369F-60D0-8B84-AB13ED344D34}"/>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87044582-AC10-D902-0F61-74E7974E231D}"/>
              </a:ext>
            </a:extLst>
          </p:cNvPr>
          <p:cNvPicPr>
            <a:picLocks noChangeAspect="1"/>
          </p:cNvPicPr>
          <p:nvPr/>
        </p:nvPicPr>
        <p:blipFill>
          <a:blip r:embed="rId3"/>
          <a:stretch>
            <a:fillRect/>
          </a:stretch>
        </p:blipFill>
        <p:spPr>
          <a:xfrm>
            <a:off x="7321243" y="116864"/>
            <a:ext cx="1207113" cy="713294"/>
          </a:xfrm>
          <a:prstGeom prst="rect">
            <a:avLst/>
          </a:prstGeom>
        </p:spPr>
      </p:pic>
    </p:spTree>
    <p:extLst>
      <p:ext uri="{BB962C8B-B14F-4D97-AF65-F5344CB8AC3E}">
        <p14:creationId xmlns:p14="http://schemas.microsoft.com/office/powerpoint/2010/main" val="2651867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a:t>
            </a:r>
          </a:p>
        </p:txBody>
      </p:sp>
      <p:sp>
        <p:nvSpPr>
          <p:cNvPr id="3" name="Content Placeholder 2"/>
          <p:cNvSpPr>
            <a:spLocks noGrp="1"/>
          </p:cNvSpPr>
          <p:nvPr>
            <p:ph sz="quarter" idx="1"/>
          </p:nvPr>
        </p:nvSpPr>
        <p:spPr>
          <a:xfrm>
            <a:off x="457200" y="1575412"/>
            <a:ext cx="7315200" cy="4901588"/>
          </a:xfrm>
        </p:spPr>
        <p:txBody>
          <a:bodyPr>
            <a:normAutofit lnSpcReduction="10000"/>
          </a:bodyPr>
          <a:lstStyle/>
          <a:p>
            <a:r>
              <a:rPr lang="en-GB" dirty="0"/>
              <a:t>This project is designed to address the growing issue of stress experienced by individuals in various aspects of life. </a:t>
            </a:r>
          </a:p>
          <a:p>
            <a:r>
              <a:rPr lang="en-GB" dirty="0"/>
              <a:t>By identifying the limitations of traditional stress relief methods, the project aims to create an innovative platform that combines creative expression and emotional comfort. </a:t>
            </a:r>
          </a:p>
          <a:p>
            <a:r>
              <a:rPr lang="en-GB" dirty="0"/>
              <a:t>It seeks to empower users to take control of their well-being through engaging activities that foster mindfulness and positive emotions. By integrating features that appeal to diverse preferences, the platform provides a versatile solution.</a:t>
            </a:r>
            <a:endParaRPr lang="en-GB" dirty="0">
              <a:solidFill>
                <a:schemeClr val="tx1">
                  <a:lumMod val="95000"/>
                  <a:lumOff val="5000"/>
                </a:schemeClr>
              </a:solidFill>
            </a:endParaRPr>
          </a:p>
        </p:txBody>
      </p:sp>
      <p:sp>
        <p:nvSpPr>
          <p:cNvPr id="5" name="Slide Number Placeholder 4"/>
          <p:cNvSpPr>
            <a:spLocks noGrp="1"/>
          </p:cNvSpPr>
          <p:nvPr>
            <p:ph type="sldNum" sz="quarter" idx="15"/>
          </p:nvPr>
        </p:nvSpPr>
        <p:spPr/>
        <p:txBody>
          <a:bodyPr/>
          <a:lstStyle/>
          <a:p>
            <a:fld id="{51190CE3-CBD1-455D-B79C-C55DDAE1C2FE}" type="slidenum">
              <a:rPr lang="en-US" smtClean="0"/>
              <a:pPr/>
              <a:t>5</a:t>
            </a:fld>
            <a:endParaRPr lang="en-US" dirty="0"/>
          </a:p>
        </p:txBody>
      </p:sp>
      <p:sp>
        <p:nvSpPr>
          <p:cNvPr id="6" name="Date Placeholder 5"/>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D4FA230D-B435-E504-3AB0-8A0712CAC5AB}"/>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F1EE1603-0159-968E-C1A8-EF86EEE23DEF}"/>
              </a:ext>
            </a:extLst>
          </p:cNvPr>
          <p:cNvPicPr>
            <a:picLocks noChangeAspect="1"/>
          </p:cNvPicPr>
          <p:nvPr/>
        </p:nvPicPr>
        <p:blipFill>
          <a:blip r:embed="rId3"/>
          <a:stretch>
            <a:fillRect/>
          </a:stretch>
        </p:blipFill>
        <p:spPr>
          <a:xfrm>
            <a:off x="7321243" y="116864"/>
            <a:ext cx="1207113" cy="7132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0182-83C2-DB44-9940-DB0A4E415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41FBC-B0CC-0BEB-240E-C7E447060C95}"/>
              </a:ext>
            </a:extLst>
          </p:cNvPr>
          <p:cNvSpPr>
            <a:spLocks noGrp="1"/>
          </p:cNvSpPr>
          <p:nvPr>
            <p:ph type="title"/>
          </p:nvPr>
        </p:nvSpPr>
        <p:spPr/>
        <p:txBody>
          <a:bodyPr/>
          <a:lstStyle/>
          <a:p>
            <a:r>
              <a:rPr lang="en-US" dirty="0"/>
              <a:t>Ideate</a:t>
            </a:r>
          </a:p>
        </p:txBody>
      </p:sp>
      <p:sp>
        <p:nvSpPr>
          <p:cNvPr id="3" name="Content Placeholder 2">
            <a:extLst>
              <a:ext uri="{FF2B5EF4-FFF2-40B4-BE49-F238E27FC236}">
                <a16:creationId xmlns:a16="http://schemas.microsoft.com/office/drawing/2014/main" id="{84BC290C-4539-F531-F386-095A4E887733}"/>
              </a:ext>
            </a:extLst>
          </p:cNvPr>
          <p:cNvSpPr>
            <a:spLocks noGrp="1"/>
          </p:cNvSpPr>
          <p:nvPr>
            <p:ph sz="quarter" idx="1"/>
          </p:nvPr>
        </p:nvSpPr>
        <p:spPr>
          <a:xfrm>
            <a:off x="457200" y="1575412"/>
            <a:ext cx="7543800" cy="2133600"/>
          </a:xfrm>
        </p:spPr>
        <p:txBody>
          <a:bodyPr>
            <a:normAutofit fontScale="25000" lnSpcReduction="20000"/>
          </a:bodyPr>
          <a:lstStyle/>
          <a:p>
            <a:r>
              <a:rPr lang="en-GB" sz="9600" dirty="0">
                <a:solidFill>
                  <a:schemeClr val="tx1">
                    <a:lumMod val="95000"/>
                    <a:lumOff val="5000"/>
                  </a:schemeClr>
                </a:solidFill>
              </a:rPr>
              <a:t>The project ideation focuses on creating a user-friendly platform that integrates multiple features for effective stress relief. </a:t>
            </a:r>
          </a:p>
          <a:p>
            <a:r>
              <a:rPr lang="en-GB" sz="9600" dirty="0">
                <a:solidFill>
                  <a:schemeClr val="tx1">
                    <a:lumMod val="95000"/>
                    <a:lumOff val="5000"/>
                  </a:schemeClr>
                </a:solidFill>
              </a:rPr>
              <a:t>Users will engage in symmetry drawing, allowing them to express creativity while promoting mindfulness. </a:t>
            </a:r>
          </a:p>
          <a:p>
            <a:r>
              <a:rPr lang="en-GB" sz="9600" dirty="0">
                <a:solidFill>
                  <a:schemeClr val="tx1">
                    <a:lumMod val="95000"/>
                    <a:lumOff val="5000"/>
                  </a:schemeClr>
                </a:solidFill>
              </a:rPr>
              <a:t>Complementing this activity, AI-generated baby photos will evoke positive emotions, enhancing the overall experience. </a:t>
            </a:r>
          </a:p>
          <a:p>
            <a:r>
              <a:rPr lang="en-GB" sz="9600" dirty="0">
                <a:solidFill>
                  <a:schemeClr val="tx1">
                    <a:lumMod val="95000"/>
                    <a:lumOff val="5000"/>
                  </a:schemeClr>
                </a:solidFill>
              </a:rPr>
              <a:t>The addition of soothing music and positive affirmations aims to uplift users moods, while a simplified interface ensures accessibility for all age groups.</a:t>
            </a:r>
            <a:endParaRPr lang="en-US" sz="9600" dirty="0">
              <a:solidFill>
                <a:schemeClr val="tx1">
                  <a:lumMod val="95000"/>
                  <a:lumOff val="5000"/>
                </a:schemeClr>
              </a:solidFill>
            </a:endParaRPr>
          </a:p>
        </p:txBody>
      </p:sp>
      <p:sp>
        <p:nvSpPr>
          <p:cNvPr id="5" name="Slide Number Placeholder 4">
            <a:extLst>
              <a:ext uri="{FF2B5EF4-FFF2-40B4-BE49-F238E27FC236}">
                <a16:creationId xmlns:a16="http://schemas.microsoft.com/office/drawing/2014/main" id="{A6FFE911-5CEB-9E0E-7C57-FDEF2D97B2AA}"/>
              </a:ext>
            </a:extLst>
          </p:cNvPr>
          <p:cNvSpPr>
            <a:spLocks noGrp="1"/>
          </p:cNvSpPr>
          <p:nvPr>
            <p:ph type="sldNum" sz="quarter" idx="15"/>
          </p:nvPr>
        </p:nvSpPr>
        <p:spPr/>
        <p:txBody>
          <a:bodyPr/>
          <a:lstStyle/>
          <a:p>
            <a:fld id="{51190CE3-CBD1-455D-B79C-C55DDAE1C2FE}" type="slidenum">
              <a:rPr lang="en-US" smtClean="0"/>
              <a:pPr/>
              <a:t>6</a:t>
            </a:fld>
            <a:endParaRPr lang="en-US" dirty="0"/>
          </a:p>
        </p:txBody>
      </p:sp>
      <p:sp>
        <p:nvSpPr>
          <p:cNvPr id="6" name="Date Placeholder 5">
            <a:extLst>
              <a:ext uri="{FF2B5EF4-FFF2-40B4-BE49-F238E27FC236}">
                <a16:creationId xmlns:a16="http://schemas.microsoft.com/office/drawing/2014/main" id="{06601B9F-C493-E6DA-A361-FB41B437C910}"/>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3050FF70-4268-4CCA-58AF-B67043A56860}"/>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294FA0CC-5D06-08F2-2204-EE774134B01C}"/>
              </a:ext>
            </a:extLst>
          </p:cNvPr>
          <p:cNvPicPr>
            <a:picLocks noChangeAspect="1"/>
          </p:cNvPicPr>
          <p:nvPr/>
        </p:nvPicPr>
        <p:blipFill>
          <a:blip r:embed="rId3"/>
          <a:stretch>
            <a:fillRect/>
          </a:stretch>
        </p:blipFill>
        <p:spPr>
          <a:xfrm>
            <a:off x="7321243" y="116864"/>
            <a:ext cx="1207113" cy="713294"/>
          </a:xfrm>
          <a:prstGeom prst="rect">
            <a:avLst/>
          </a:prstGeom>
        </p:spPr>
      </p:pic>
    </p:spTree>
    <p:extLst>
      <p:ext uri="{BB962C8B-B14F-4D97-AF65-F5344CB8AC3E}">
        <p14:creationId xmlns:p14="http://schemas.microsoft.com/office/powerpoint/2010/main" val="365097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D1701-39F5-8972-8B0D-40EC48D90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AAA11-512B-F762-F77D-9DCA7BDC8823}"/>
              </a:ext>
            </a:extLst>
          </p:cNvPr>
          <p:cNvSpPr>
            <a:spLocks noGrp="1"/>
          </p:cNvSpPr>
          <p:nvPr>
            <p:ph type="title"/>
          </p:nvPr>
        </p:nvSpPr>
        <p:spPr/>
        <p:txBody>
          <a:bodyPr/>
          <a:lstStyle/>
          <a:p>
            <a:r>
              <a:rPr lang="en-US" dirty="0"/>
              <a:t>Prototype</a:t>
            </a:r>
          </a:p>
        </p:txBody>
      </p:sp>
      <p:sp>
        <p:nvSpPr>
          <p:cNvPr id="5" name="Slide Number Placeholder 4">
            <a:extLst>
              <a:ext uri="{FF2B5EF4-FFF2-40B4-BE49-F238E27FC236}">
                <a16:creationId xmlns:a16="http://schemas.microsoft.com/office/drawing/2014/main" id="{175B1EB4-D8E7-9AE7-E10D-8570BA4BB50A}"/>
              </a:ext>
            </a:extLst>
          </p:cNvPr>
          <p:cNvSpPr>
            <a:spLocks noGrp="1"/>
          </p:cNvSpPr>
          <p:nvPr>
            <p:ph type="sldNum" sz="quarter" idx="15"/>
          </p:nvPr>
        </p:nvSpPr>
        <p:spPr/>
        <p:txBody>
          <a:bodyPr/>
          <a:lstStyle/>
          <a:p>
            <a:fld id="{51190CE3-CBD1-455D-B79C-C55DDAE1C2FE}" type="slidenum">
              <a:rPr lang="en-US" smtClean="0"/>
              <a:pPr/>
              <a:t>7</a:t>
            </a:fld>
            <a:endParaRPr lang="en-US" dirty="0"/>
          </a:p>
        </p:txBody>
      </p:sp>
      <p:sp>
        <p:nvSpPr>
          <p:cNvPr id="6" name="Date Placeholder 5">
            <a:extLst>
              <a:ext uri="{FF2B5EF4-FFF2-40B4-BE49-F238E27FC236}">
                <a16:creationId xmlns:a16="http://schemas.microsoft.com/office/drawing/2014/main" id="{DE59625A-5B60-0D62-EE28-A3F0C6853DA0}"/>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55AB010C-796E-EA2F-60B2-B248480DB8F6}"/>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6FEC771F-4E07-6178-9F43-7A505BE3DB06}"/>
              </a:ext>
            </a:extLst>
          </p:cNvPr>
          <p:cNvPicPr>
            <a:picLocks noChangeAspect="1"/>
          </p:cNvPicPr>
          <p:nvPr/>
        </p:nvPicPr>
        <p:blipFill>
          <a:blip r:embed="rId3"/>
          <a:stretch>
            <a:fillRect/>
          </a:stretch>
        </p:blipFill>
        <p:spPr>
          <a:xfrm>
            <a:off x="7321243" y="116864"/>
            <a:ext cx="1207113" cy="713294"/>
          </a:xfrm>
          <a:prstGeom prst="rect">
            <a:avLst/>
          </a:prstGeom>
        </p:spPr>
      </p:pic>
      <p:sp>
        <p:nvSpPr>
          <p:cNvPr id="11" name="Content Placeholder 10">
            <a:extLst>
              <a:ext uri="{FF2B5EF4-FFF2-40B4-BE49-F238E27FC236}">
                <a16:creationId xmlns:a16="http://schemas.microsoft.com/office/drawing/2014/main" id="{35818757-03D5-AC9B-6186-39DE807184B4}"/>
              </a:ext>
            </a:extLst>
          </p:cNvPr>
          <p:cNvSpPr>
            <a:spLocks noGrp="1"/>
          </p:cNvSpPr>
          <p:nvPr>
            <p:ph sz="quarter" idx="1"/>
          </p:nvPr>
        </p:nvSpPr>
        <p:spPr/>
        <p:txBody>
          <a:bodyPr/>
          <a:lstStyle/>
          <a:p>
            <a:endParaRPr lang="en-IN" dirty="0"/>
          </a:p>
        </p:txBody>
      </p:sp>
      <p:pic>
        <p:nvPicPr>
          <p:cNvPr id="13" name="Picture 12">
            <a:extLst>
              <a:ext uri="{FF2B5EF4-FFF2-40B4-BE49-F238E27FC236}">
                <a16:creationId xmlns:a16="http://schemas.microsoft.com/office/drawing/2014/main" id="{5BC1A421-BDCE-59C2-8C1E-D450A5A6188D}"/>
              </a:ext>
            </a:extLst>
          </p:cNvPr>
          <p:cNvPicPr>
            <a:picLocks noChangeAspect="1"/>
          </p:cNvPicPr>
          <p:nvPr/>
        </p:nvPicPr>
        <p:blipFill>
          <a:blip r:embed="rId4"/>
          <a:stretch>
            <a:fillRect/>
          </a:stretch>
        </p:blipFill>
        <p:spPr>
          <a:xfrm>
            <a:off x="457200" y="1568726"/>
            <a:ext cx="7595616" cy="4185037"/>
          </a:xfrm>
          <a:prstGeom prst="rect">
            <a:avLst/>
          </a:prstGeom>
        </p:spPr>
      </p:pic>
    </p:spTree>
    <p:extLst>
      <p:ext uri="{BB962C8B-B14F-4D97-AF65-F5344CB8AC3E}">
        <p14:creationId xmlns:p14="http://schemas.microsoft.com/office/powerpoint/2010/main" val="185906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B6606-E6F9-A9B7-72FE-3F3E4E343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9E0C6-CF28-2C8C-1131-2B38872C9E09}"/>
              </a:ext>
            </a:extLst>
          </p:cNvPr>
          <p:cNvSpPr>
            <a:spLocks noGrp="1"/>
          </p:cNvSpPr>
          <p:nvPr>
            <p:ph type="title"/>
          </p:nvPr>
        </p:nvSpPr>
        <p:spPr/>
        <p:txBody>
          <a:bodyPr/>
          <a:lstStyle/>
          <a:p>
            <a:r>
              <a:rPr lang="en-US" dirty="0"/>
              <a:t>Prototype</a:t>
            </a:r>
          </a:p>
        </p:txBody>
      </p:sp>
      <p:sp>
        <p:nvSpPr>
          <p:cNvPr id="5" name="Slide Number Placeholder 4">
            <a:extLst>
              <a:ext uri="{FF2B5EF4-FFF2-40B4-BE49-F238E27FC236}">
                <a16:creationId xmlns:a16="http://schemas.microsoft.com/office/drawing/2014/main" id="{19146F3E-5253-8809-0C5B-9E97B282D114}"/>
              </a:ext>
            </a:extLst>
          </p:cNvPr>
          <p:cNvSpPr>
            <a:spLocks noGrp="1"/>
          </p:cNvSpPr>
          <p:nvPr>
            <p:ph type="sldNum" sz="quarter" idx="15"/>
          </p:nvPr>
        </p:nvSpPr>
        <p:spPr/>
        <p:txBody>
          <a:bodyPr/>
          <a:lstStyle/>
          <a:p>
            <a:fld id="{51190CE3-CBD1-455D-B79C-C55DDAE1C2FE}" type="slidenum">
              <a:rPr lang="en-US" smtClean="0"/>
              <a:pPr/>
              <a:t>8</a:t>
            </a:fld>
            <a:endParaRPr lang="en-US" dirty="0"/>
          </a:p>
        </p:txBody>
      </p:sp>
      <p:sp>
        <p:nvSpPr>
          <p:cNvPr id="6" name="Date Placeholder 5">
            <a:extLst>
              <a:ext uri="{FF2B5EF4-FFF2-40B4-BE49-F238E27FC236}">
                <a16:creationId xmlns:a16="http://schemas.microsoft.com/office/drawing/2014/main" id="{ECE04AFC-BDBE-BA34-0D96-2F880E4CB701}"/>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13A59C9D-D18F-3F90-13D8-0EDFE20A4BF0}"/>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C4CBFE2C-DCCE-CF25-38A4-7E5F2F23910C}"/>
              </a:ext>
            </a:extLst>
          </p:cNvPr>
          <p:cNvPicPr>
            <a:picLocks noChangeAspect="1"/>
          </p:cNvPicPr>
          <p:nvPr/>
        </p:nvPicPr>
        <p:blipFill>
          <a:blip r:embed="rId3"/>
          <a:stretch>
            <a:fillRect/>
          </a:stretch>
        </p:blipFill>
        <p:spPr>
          <a:xfrm>
            <a:off x="7321243" y="116864"/>
            <a:ext cx="1207113" cy="713294"/>
          </a:xfrm>
          <a:prstGeom prst="rect">
            <a:avLst/>
          </a:prstGeom>
        </p:spPr>
      </p:pic>
      <p:sp>
        <p:nvSpPr>
          <p:cNvPr id="4" name="Content Placeholder 3">
            <a:extLst>
              <a:ext uri="{FF2B5EF4-FFF2-40B4-BE49-F238E27FC236}">
                <a16:creationId xmlns:a16="http://schemas.microsoft.com/office/drawing/2014/main" id="{8AE653DB-682C-65E2-9ACF-66E933EB6007}"/>
              </a:ext>
            </a:extLst>
          </p:cNvPr>
          <p:cNvSpPr>
            <a:spLocks noGrp="1"/>
          </p:cNvSpPr>
          <p:nvPr>
            <p:ph sz="quarter" idx="1"/>
          </p:nvPr>
        </p:nvSpPr>
        <p:spPr/>
        <p:txBody>
          <a:bodyPr/>
          <a:lstStyle/>
          <a:p>
            <a:endParaRPr lang="en-IN" dirty="0"/>
          </a:p>
        </p:txBody>
      </p:sp>
      <p:pic>
        <p:nvPicPr>
          <p:cNvPr id="11" name="Picture 10">
            <a:extLst>
              <a:ext uri="{FF2B5EF4-FFF2-40B4-BE49-F238E27FC236}">
                <a16:creationId xmlns:a16="http://schemas.microsoft.com/office/drawing/2014/main" id="{B2EB3279-7B19-11DB-8D4D-3B53DBCF39AF}"/>
              </a:ext>
            </a:extLst>
          </p:cNvPr>
          <p:cNvPicPr>
            <a:picLocks noChangeAspect="1"/>
          </p:cNvPicPr>
          <p:nvPr/>
        </p:nvPicPr>
        <p:blipFill>
          <a:blip r:embed="rId4"/>
          <a:stretch>
            <a:fillRect/>
          </a:stretch>
        </p:blipFill>
        <p:spPr>
          <a:xfrm>
            <a:off x="578620" y="1752600"/>
            <a:ext cx="7346179" cy="3810953"/>
          </a:xfrm>
          <a:prstGeom prst="rect">
            <a:avLst/>
          </a:prstGeom>
        </p:spPr>
      </p:pic>
    </p:spTree>
    <p:extLst>
      <p:ext uri="{BB962C8B-B14F-4D97-AF65-F5344CB8AC3E}">
        <p14:creationId xmlns:p14="http://schemas.microsoft.com/office/powerpoint/2010/main" val="3625461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DE294-C85B-F1BE-C094-3B7FAF5F8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9DD96-9CEC-420F-620B-8E09D34DF72A}"/>
              </a:ext>
            </a:extLst>
          </p:cNvPr>
          <p:cNvSpPr>
            <a:spLocks noGrp="1"/>
          </p:cNvSpPr>
          <p:nvPr>
            <p:ph type="title"/>
          </p:nvPr>
        </p:nvSpPr>
        <p:spPr/>
        <p:txBody>
          <a:bodyPr/>
          <a:lstStyle/>
          <a:p>
            <a:r>
              <a:rPr lang="en-US" dirty="0"/>
              <a:t>Prototype</a:t>
            </a:r>
          </a:p>
        </p:txBody>
      </p:sp>
      <p:pic>
        <p:nvPicPr>
          <p:cNvPr id="9" name="Content Placeholder 8">
            <a:extLst>
              <a:ext uri="{FF2B5EF4-FFF2-40B4-BE49-F238E27FC236}">
                <a16:creationId xmlns:a16="http://schemas.microsoft.com/office/drawing/2014/main" id="{AEC7F29C-B398-8E55-5D3A-01B488031F50}"/>
              </a:ext>
            </a:extLst>
          </p:cNvPr>
          <p:cNvPicPr>
            <a:picLocks noGrp="1" noChangeAspect="1"/>
          </p:cNvPicPr>
          <p:nvPr>
            <p:ph sz="quarter" idx="1"/>
          </p:nvPr>
        </p:nvPicPr>
        <p:blipFill>
          <a:blip r:embed="rId2"/>
          <a:stretch>
            <a:fillRect/>
          </a:stretch>
        </p:blipFill>
        <p:spPr>
          <a:xfrm>
            <a:off x="585247" y="1743489"/>
            <a:ext cx="7358745" cy="3962400"/>
          </a:xfrm>
        </p:spPr>
      </p:pic>
      <p:sp>
        <p:nvSpPr>
          <p:cNvPr id="5" name="Slide Number Placeholder 4">
            <a:extLst>
              <a:ext uri="{FF2B5EF4-FFF2-40B4-BE49-F238E27FC236}">
                <a16:creationId xmlns:a16="http://schemas.microsoft.com/office/drawing/2014/main" id="{E07E28E2-F00B-7D3B-3059-5CE057CA7124}"/>
              </a:ext>
            </a:extLst>
          </p:cNvPr>
          <p:cNvSpPr>
            <a:spLocks noGrp="1"/>
          </p:cNvSpPr>
          <p:nvPr>
            <p:ph type="sldNum" sz="quarter" idx="15"/>
          </p:nvPr>
        </p:nvSpPr>
        <p:spPr/>
        <p:txBody>
          <a:bodyPr/>
          <a:lstStyle/>
          <a:p>
            <a:fld id="{51190CE3-CBD1-455D-B79C-C55DDAE1C2FE}" type="slidenum">
              <a:rPr lang="en-US" smtClean="0"/>
              <a:pPr/>
              <a:t>9</a:t>
            </a:fld>
            <a:endParaRPr lang="en-US" dirty="0"/>
          </a:p>
        </p:txBody>
      </p:sp>
      <p:sp>
        <p:nvSpPr>
          <p:cNvPr id="6" name="Date Placeholder 5">
            <a:extLst>
              <a:ext uri="{FF2B5EF4-FFF2-40B4-BE49-F238E27FC236}">
                <a16:creationId xmlns:a16="http://schemas.microsoft.com/office/drawing/2014/main" id="{47451B6D-EBDB-C2A2-6DDC-494B589FEAF5}"/>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1B359542-ED4C-2062-A444-A22421894628}"/>
              </a:ext>
            </a:extLst>
          </p:cNvPr>
          <p:cNvPicPr>
            <a:picLocks noChangeAspect="1"/>
          </p:cNvPicPr>
          <p:nvPr/>
        </p:nvPicPr>
        <p:blipFill>
          <a:blip r:embed="rId3"/>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E8B2425A-242E-A658-E132-E4D9B2055F6E}"/>
              </a:ext>
            </a:extLst>
          </p:cNvPr>
          <p:cNvPicPr>
            <a:picLocks noChangeAspect="1"/>
          </p:cNvPicPr>
          <p:nvPr/>
        </p:nvPicPr>
        <p:blipFill>
          <a:blip r:embed="rId4"/>
          <a:stretch>
            <a:fillRect/>
          </a:stretch>
        </p:blipFill>
        <p:spPr>
          <a:xfrm>
            <a:off x="7321243" y="116864"/>
            <a:ext cx="1207113" cy="713294"/>
          </a:xfrm>
          <a:prstGeom prst="rect">
            <a:avLst/>
          </a:prstGeom>
        </p:spPr>
      </p:pic>
    </p:spTree>
    <p:extLst>
      <p:ext uri="{BB962C8B-B14F-4D97-AF65-F5344CB8AC3E}">
        <p14:creationId xmlns:p14="http://schemas.microsoft.com/office/powerpoint/2010/main" val="126828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E232-FE6F-B3EB-2598-01B28F9FC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0EDFC-369F-D81A-FBEE-DCB9331064F4}"/>
              </a:ext>
            </a:extLst>
          </p:cNvPr>
          <p:cNvSpPr>
            <a:spLocks noGrp="1"/>
          </p:cNvSpPr>
          <p:nvPr>
            <p:ph type="title"/>
          </p:nvPr>
        </p:nvSpPr>
        <p:spPr/>
        <p:txBody>
          <a:bodyPr/>
          <a:lstStyle/>
          <a:p>
            <a:r>
              <a:rPr lang="en-US" dirty="0"/>
              <a:t>Methodology</a:t>
            </a:r>
          </a:p>
        </p:txBody>
      </p:sp>
      <p:sp>
        <p:nvSpPr>
          <p:cNvPr id="5" name="Slide Number Placeholder 4">
            <a:extLst>
              <a:ext uri="{FF2B5EF4-FFF2-40B4-BE49-F238E27FC236}">
                <a16:creationId xmlns:a16="http://schemas.microsoft.com/office/drawing/2014/main" id="{3CDE2492-A923-740F-EB87-7333A8A7C950}"/>
              </a:ext>
            </a:extLst>
          </p:cNvPr>
          <p:cNvSpPr>
            <a:spLocks noGrp="1"/>
          </p:cNvSpPr>
          <p:nvPr>
            <p:ph type="sldNum" sz="quarter" idx="15"/>
          </p:nvPr>
        </p:nvSpPr>
        <p:spPr/>
        <p:txBody>
          <a:bodyPr/>
          <a:lstStyle/>
          <a:p>
            <a:fld id="{51190CE3-CBD1-455D-B79C-C55DDAE1C2FE}" type="slidenum">
              <a:rPr lang="en-US" smtClean="0"/>
              <a:pPr/>
              <a:t>10</a:t>
            </a:fld>
            <a:endParaRPr lang="en-US" dirty="0"/>
          </a:p>
        </p:txBody>
      </p:sp>
      <p:sp>
        <p:nvSpPr>
          <p:cNvPr id="6" name="Date Placeholder 5">
            <a:extLst>
              <a:ext uri="{FF2B5EF4-FFF2-40B4-BE49-F238E27FC236}">
                <a16:creationId xmlns:a16="http://schemas.microsoft.com/office/drawing/2014/main" id="{1F0B4AD1-3A0E-ADE1-4EE5-556FB0B97117}"/>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08405FF3-0001-D00A-FAF7-79AEF361F53C}"/>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DEA01C49-9DAD-82D2-0746-038D88A93743}"/>
              </a:ext>
            </a:extLst>
          </p:cNvPr>
          <p:cNvPicPr>
            <a:picLocks noChangeAspect="1"/>
          </p:cNvPicPr>
          <p:nvPr/>
        </p:nvPicPr>
        <p:blipFill>
          <a:blip r:embed="rId3"/>
          <a:stretch>
            <a:fillRect/>
          </a:stretch>
        </p:blipFill>
        <p:spPr>
          <a:xfrm>
            <a:off x="7321243" y="116864"/>
            <a:ext cx="1207113" cy="713294"/>
          </a:xfrm>
          <a:prstGeom prst="rect">
            <a:avLst/>
          </a:prstGeom>
        </p:spPr>
      </p:pic>
      <p:pic>
        <p:nvPicPr>
          <p:cNvPr id="10" name="Content Placeholder 9">
            <a:extLst>
              <a:ext uri="{FF2B5EF4-FFF2-40B4-BE49-F238E27FC236}">
                <a16:creationId xmlns:a16="http://schemas.microsoft.com/office/drawing/2014/main" id="{810277C6-8EE2-3A14-921B-3E207250B648}"/>
              </a:ext>
            </a:extLst>
          </p:cNvPr>
          <p:cNvPicPr>
            <a:picLocks noGrp="1" noChangeAspect="1"/>
          </p:cNvPicPr>
          <p:nvPr>
            <p:ph sz="quarter" idx="1"/>
          </p:nvPr>
        </p:nvPicPr>
        <p:blipFill>
          <a:blip r:embed="rId4"/>
          <a:stretch>
            <a:fillRect/>
          </a:stretch>
        </p:blipFill>
        <p:spPr>
          <a:xfrm>
            <a:off x="564262" y="1416115"/>
            <a:ext cx="4865352" cy="863600"/>
          </a:xfrm>
          <a:prstGeom prst="rect">
            <a:avLst/>
          </a:prstGeom>
        </p:spPr>
      </p:pic>
      <p:cxnSp>
        <p:nvCxnSpPr>
          <p:cNvPr id="13" name="Straight Arrow Connector 12">
            <a:extLst>
              <a:ext uri="{FF2B5EF4-FFF2-40B4-BE49-F238E27FC236}">
                <a16:creationId xmlns:a16="http://schemas.microsoft.com/office/drawing/2014/main" id="{59EBE361-10AE-94F0-FCA8-C37D9BDF0AA3}"/>
              </a:ext>
            </a:extLst>
          </p:cNvPr>
          <p:cNvCxnSpPr/>
          <p:nvPr/>
        </p:nvCxnSpPr>
        <p:spPr>
          <a:xfrm rot="5400000">
            <a:off x="4036213" y="24651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A8FE15-D2C6-C500-632B-673241447F1E}"/>
              </a:ext>
            </a:extLst>
          </p:cNvPr>
          <p:cNvCxnSpPr/>
          <p:nvPr/>
        </p:nvCxnSpPr>
        <p:spPr>
          <a:xfrm rot="5400000">
            <a:off x="4034624" y="3458878"/>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C89D6F6-2A91-F5F7-8CF2-1F0D2FFAE92F}"/>
              </a:ext>
            </a:extLst>
          </p:cNvPr>
          <p:cNvCxnSpPr/>
          <p:nvPr/>
        </p:nvCxnSpPr>
        <p:spPr>
          <a:xfrm rot="5400000">
            <a:off x="4033036" y="4452656"/>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492E17-4859-AFCC-C2C5-1D0D4C8B0447}"/>
              </a:ext>
            </a:extLst>
          </p:cNvPr>
          <p:cNvCxnSpPr/>
          <p:nvPr/>
        </p:nvCxnSpPr>
        <p:spPr>
          <a:xfrm rot="5400000">
            <a:off x="4039393" y="5453422"/>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7CE04E4D-7EEA-F169-FD93-DDC2987E3D0E}"/>
              </a:ext>
            </a:extLst>
          </p:cNvPr>
          <p:cNvSpPr/>
          <p:nvPr/>
        </p:nvSpPr>
        <p:spPr>
          <a:xfrm>
            <a:off x="2514599" y="1601044"/>
            <a:ext cx="33528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Understand user needs</a:t>
            </a:r>
          </a:p>
        </p:txBody>
      </p:sp>
      <p:sp>
        <p:nvSpPr>
          <p:cNvPr id="20" name="Rectangle 19">
            <a:extLst>
              <a:ext uri="{FF2B5EF4-FFF2-40B4-BE49-F238E27FC236}">
                <a16:creationId xmlns:a16="http://schemas.microsoft.com/office/drawing/2014/main" id="{F51186BD-4B68-070E-6E15-9A136A821D47}"/>
              </a:ext>
            </a:extLst>
          </p:cNvPr>
          <p:cNvSpPr/>
          <p:nvPr/>
        </p:nvSpPr>
        <p:spPr>
          <a:xfrm>
            <a:off x="2508242" y="2628460"/>
            <a:ext cx="33528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Develop the platform</a:t>
            </a:r>
          </a:p>
        </p:txBody>
      </p:sp>
      <p:sp>
        <p:nvSpPr>
          <p:cNvPr id="21" name="Rectangle 20">
            <a:extLst>
              <a:ext uri="{FF2B5EF4-FFF2-40B4-BE49-F238E27FC236}">
                <a16:creationId xmlns:a16="http://schemas.microsoft.com/office/drawing/2014/main" id="{04FAA25E-77FB-5C3F-7112-FBDF76B428D8}"/>
              </a:ext>
            </a:extLst>
          </p:cNvPr>
          <p:cNvSpPr/>
          <p:nvPr/>
        </p:nvSpPr>
        <p:spPr>
          <a:xfrm>
            <a:off x="2508242" y="3627271"/>
            <a:ext cx="33528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Testing and Feedback</a:t>
            </a:r>
          </a:p>
        </p:txBody>
      </p:sp>
      <p:sp>
        <p:nvSpPr>
          <p:cNvPr id="22" name="Rectangle 21">
            <a:extLst>
              <a:ext uri="{FF2B5EF4-FFF2-40B4-BE49-F238E27FC236}">
                <a16:creationId xmlns:a16="http://schemas.microsoft.com/office/drawing/2014/main" id="{CA81EC66-520C-9E64-BD15-75793C4AB5C9}"/>
              </a:ext>
            </a:extLst>
          </p:cNvPr>
          <p:cNvSpPr/>
          <p:nvPr/>
        </p:nvSpPr>
        <p:spPr>
          <a:xfrm>
            <a:off x="2508242" y="4616016"/>
            <a:ext cx="33528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Provide Insights</a:t>
            </a:r>
          </a:p>
        </p:txBody>
      </p:sp>
      <p:sp>
        <p:nvSpPr>
          <p:cNvPr id="23" name="Rectangle 22">
            <a:extLst>
              <a:ext uri="{FF2B5EF4-FFF2-40B4-BE49-F238E27FC236}">
                <a16:creationId xmlns:a16="http://schemas.microsoft.com/office/drawing/2014/main" id="{C09F9E07-49BB-614F-226F-7B4D5CC31B29}"/>
              </a:ext>
            </a:extLst>
          </p:cNvPr>
          <p:cNvSpPr/>
          <p:nvPr/>
        </p:nvSpPr>
        <p:spPr>
          <a:xfrm>
            <a:off x="2514599" y="5612287"/>
            <a:ext cx="33528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Improve and Scale</a:t>
            </a:r>
          </a:p>
        </p:txBody>
      </p:sp>
    </p:spTree>
    <p:extLst>
      <p:ext uri="{BB962C8B-B14F-4D97-AF65-F5344CB8AC3E}">
        <p14:creationId xmlns:p14="http://schemas.microsoft.com/office/powerpoint/2010/main" val="129878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9A6F8-93D0-D7B3-CA9E-BEBF1308B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95FC8-EB30-C346-E7F4-D58D91A0AE6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90EA1FF-1D5C-C818-C15F-79D6E08C12BA}"/>
              </a:ext>
            </a:extLst>
          </p:cNvPr>
          <p:cNvSpPr>
            <a:spLocks noGrp="1"/>
          </p:cNvSpPr>
          <p:nvPr>
            <p:ph sz="quarter" idx="1"/>
          </p:nvPr>
        </p:nvSpPr>
        <p:spPr>
          <a:xfrm>
            <a:off x="457200" y="1575412"/>
            <a:ext cx="7543800" cy="2133600"/>
          </a:xfrm>
        </p:spPr>
        <p:txBody>
          <a:bodyPr>
            <a:normAutofit fontScale="25000" lnSpcReduction="20000"/>
          </a:bodyPr>
          <a:lstStyle/>
          <a:p>
            <a:r>
              <a:rPr lang="en-GB" sz="9600" dirty="0">
                <a:solidFill>
                  <a:schemeClr val="tx1">
                    <a:lumMod val="95000"/>
                    <a:lumOff val="5000"/>
                  </a:schemeClr>
                </a:solidFill>
              </a:rPr>
              <a:t>The Relax Mate project effectively introduces a versatile, user-friendly platform aimed at stress relief through creative expression and emotional comfort.</a:t>
            </a:r>
          </a:p>
          <a:p>
            <a:r>
              <a:rPr lang="en-GB" sz="9600" dirty="0">
                <a:solidFill>
                  <a:schemeClr val="tx1">
                    <a:lumMod val="95000"/>
                    <a:lumOff val="5000"/>
                  </a:schemeClr>
                </a:solidFill>
              </a:rPr>
              <a:t>By integrating features such as symmetry drawing, AI-generated baby photos, soothing music, and positive affirmations, the platform promotes mindfulness and positive emotions across diverse age groups. </a:t>
            </a:r>
          </a:p>
          <a:p>
            <a:r>
              <a:rPr lang="en-GB" sz="9600" dirty="0">
                <a:solidFill>
                  <a:schemeClr val="tx1">
                    <a:lumMod val="95000"/>
                    <a:lumOff val="5000"/>
                  </a:schemeClr>
                </a:solidFill>
              </a:rPr>
              <a:t>This multifaceted approach to stress management not only makes the platform accessible and engaging for all but also empowers users to actively support their own well-being in a simple and enjoyable manner.</a:t>
            </a:r>
            <a:endParaRPr lang="en-US" sz="9600" dirty="0">
              <a:solidFill>
                <a:schemeClr val="tx1">
                  <a:lumMod val="95000"/>
                  <a:lumOff val="5000"/>
                </a:schemeClr>
              </a:solidFill>
            </a:endParaRPr>
          </a:p>
        </p:txBody>
      </p:sp>
      <p:sp>
        <p:nvSpPr>
          <p:cNvPr id="5" name="Slide Number Placeholder 4">
            <a:extLst>
              <a:ext uri="{FF2B5EF4-FFF2-40B4-BE49-F238E27FC236}">
                <a16:creationId xmlns:a16="http://schemas.microsoft.com/office/drawing/2014/main" id="{8A539651-B11B-1A8A-7E4C-633B2E9EF35F}"/>
              </a:ext>
            </a:extLst>
          </p:cNvPr>
          <p:cNvSpPr>
            <a:spLocks noGrp="1"/>
          </p:cNvSpPr>
          <p:nvPr>
            <p:ph type="sldNum" sz="quarter" idx="15"/>
          </p:nvPr>
        </p:nvSpPr>
        <p:spPr/>
        <p:txBody>
          <a:bodyPr/>
          <a:lstStyle/>
          <a:p>
            <a:fld id="{51190CE3-CBD1-455D-B79C-C55DDAE1C2FE}" type="slidenum">
              <a:rPr lang="en-US" smtClean="0"/>
              <a:pPr/>
              <a:t>11</a:t>
            </a:fld>
            <a:endParaRPr lang="en-US" dirty="0"/>
          </a:p>
        </p:txBody>
      </p:sp>
      <p:sp>
        <p:nvSpPr>
          <p:cNvPr id="6" name="Date Placeholder 5">
            <a:extLst>
              <a:ext uri="{FF2B5EF4-FFF2-40B4-BE49-F238E27FC236}">
                <a16:creationId xmlns:a16="http://schemas.microsoft.com/office/drawing/2014/main" id="{C2A6CBF0-41F6-5C8B-5E55-2B74E8692EEC}"/>
              </a:ext>
            </a:extLst>
          </p:cNvPr>
          <p:cNvSpPr>
            <a:spLocks noGrp="1"/>
          </p:cNvSpPr>
          <p:nvPr>
            <p:ph type="dt" sz="half" idx="14"/>
          </p:nvPr>
        </p:nvSpPr>
        <p:spPr/>
        <p:txBody>
          <a:bodyPr/>
          <a:lstStyle/>
          <a:p>
            <a:endParaRPr lang="en-US" dirty="0"/>
          </a:p>
          <a:p>
            <a:r>
              <a:rPr lang="en-US" dirty="0"/>
              <a:t>6 December 2024</a:t>
            </a:r>
          </a:p>
          <a:p>
            <a:endParaRPr lang="en-US" dirty="0"/>
          </a:p>
        </p:txBody>
      </p:sp>
      <p:pic>
        <p:nvPicPr>
          <p:cNvPr id="7" name="Picture 6">
            <a:extLst>
              <a:ext uri="{FF2B5EF4-FFF2-40B4-BE49-F238E27FC236}">
                <a16:creationId xmlns:a16="http://schemas.microsoft.com/office/drawing/2014/main" id="{E6814A36-E627-344B-7E3C-8E28DC6DFD6F}"/>
              </a:ext>
            </a:extLst>
          </p:cNvPr>
          <p:cNvPicPr>
            <a:picLocks noChangeAspect="1"/>
          </p:cNvPicPr>
          <p:nvPr/>
        </p:nvPicPr>
        <p:blipFill>
          <a:blip r:embed="rId2"/>
          <a:stretch>
            <a:fillRect/>
          </a:stretch>
        </p:blipFill>
        <p:spPr>
          <a:xfrm>
            <a:off x="228600" y="116864"/>
            <a:ext cx="713294" cy="713294"/>
          </a:xfrm>
          <a:prstGeom prst="rect">
            <a:avLst/>
          </a:prstGeom>
        </p:spPr>
      </p:pic>
      <p:pic>
        <p:nvPicPr>
          <p:cNvPr id="8" name="Picture 7">
            <a:extLst>
              <a:ext uri="{FF2B5EF4-FFF2-40B4-BE49-F238E27FC236}">
                <a16:creationId xmlns:a16="http://schemas.microsoft.com/office/drawing/2014/main" id="{2A17FED5-0F3D-FB9C-112A-D144ED8033E0}"/>
              </a:ext>
            </a:extLst>
          </p:cNvPr>
          <p:cNvPicPr>
            <a:picLocks noChangeAspect="1"/>
          </p:cNvPicPr>
          <p:nvPr/>
        </p:nvPicPr>
        <p:blipFill>
          <a:blip r:embed="rId3"/>
          <a:stretch>
            <a:fillRect/>
          </a:stretch>
        </p:blipFill>
        <p:spPr>
          <a:xfrm>
            <a:off x="7321243" y="116864"/>
            <a:ext cx="1207113" cy="713294"/>
          </a:xfrm>
          <a:prstGeom prst="rect">
            <a:avLst/>
          </a:prstGeom>
        </p:spPr>
      </p:pic>
    </p:spTree>
    <p:extLst>
      <p:ext uri="{BB962C8B-B14F-4D97-AF65-F5344CB8AC3E}">
        <p14:creationId xmlns:p14="http://schemas.microsoft.com/office/powerpoint/2010/main" val="1150697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81200" y="2244928"/>
            <a:ext cx="5029200" cy="938719"/>
          </a:xfrm>
          <a:prstGeom prst="rect">
            <a:avLst/>
          </a:prstGeom>
          <a:noFill/>
        </p:spPr>
        <p:txBody>
          <a:bodyPr wrap="square" lIns="91440" tIns="45720" rIns="91440" bIns="45720">
            <a:spAutoFit/>
          </a:bodyPr>
          <a:lstStyle/>
          <a:p>
            <a:pPr algn="ctr"/>
            <a:r>
              <a:rPr lang="en-US" sz="55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THANK YOU</a:t>
            </a:r>
            <a:endParaRPr lang="en-US" sz="55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5" name="Slide Number Placeholder 4"/>
          <p:cNvSpPr>
            <a:spLocks noGrp="1"/>
          </p:cNvSpPr>
          <p:nvPr>
            <p:ph type="sldNum" sz="quarter" idx="15"/>
          </p:nvPr>
        </p:nvSpPr>
        <p:spPr/>
        <p:txBody>
          <a:bodyPr/>
          <a:lstStyle/>
          <a:p>
            <a:fld id="{51190CE3-CBD1-455D-B79C-C55DDAE1C2FE}" type="slidenum">
              <a:rPr lang="en-US" smtClean="0"/>
              <a:pPr/>
              <a:t>12</a:t>
            </a:fld>
            <a:endParaRPr lang="en-US" dirty="0"/>
          </a:p>
        </p:txBody>
      </p:sp>
      <p:sp>
        <p:nvSpPr>
          <p:cNvPr id="7" name="Date Placeholder 6"/>
          <p:cNvSpPr>
            <a:spLocks noGrp="1"/>
          </p:cNvSpPr>
          <p:nvPr>
            <p:ph type="dt" sz="half" idx="14"/>
          </p:nvPr>
        </p:nvSpPr>
        <p:spPr/>
        <p:txBody>
          <a:bodyPr/>
          <a:lstStyle/>
          <a:p>
            <a:endParaRPr lang="en-US" dirty="0"/>
          </a:p>
          <a:p>
            <a:r>
              <a:rPr lang="en-US" dirty="0"/>
              <a:t>6 December 2024</a:t>
            </a:r>
          </a:p>
          <a:p>
            <a:endParaRPr lang="en-US" dirty="0"/>
          </a:p>
        </p:txBody>
      </p:sp>
      <p:pic>
        <p:nvPicPr>
          <p:cNvPr id="3" name="Picture 2">
            <a:extLst>
              <a:ext uri="{FF2B5EF4-FFF2-40B4-BE49-F238E27FC236}">
                <a16:creationId xmlns:a16="http://schemas.microsoft.com/office/drawing/2014/main" id="{3B7BCC86-8BE2-86CF-F58C-022EAEB6C030}"/>
              </a:ext>
            </a:extLst>
          </p:cNvPr>
          <p:cNvPicPr>
            <a:picLocks noChangeAspect="1"/>
          </p:cNvPicPr>
          <p:nvPr/>
        </p:nvPicPr>
        <p:blipFill>
          <a:blip r:embed="rId2"/>
          <a:stretch>
            <a:fillRect/>
          </a:stretch>
        </p:blipFill>
        <p:spPr>
          <a:xfrm>
            <a:off x="356616" y="268035"/>
            <a:ext cx="713294" cy="713294"/>
          </a:xfrm>
          <a:prstGeom prst="rect">
            <a:avLst/>
          </a:prstGeom>
        </p:spPr>
      </p:pic>
      <p:pic>
        <p:nvPicPr>
          <p:cNvPr id="8" name="Picture 7">
            <a:extLst>
              <a:ext uri="{FF2B5EF4-FFF2-40B4-BE49-F238E27FC236}">
                <a16:creationId xmlns:a16="http://schemas.microsoft.com/office/drawing/2014/main" id="{0A0035AA-1186-B932-8D4F-BA7F03A75E6E}"/>
              </a:ext>
            </a:extLst>
          </p:cNvPr>
          <p:cNvPicPr>
            <a:picLocks noChangeAspect="1"/>
          </p:cNvPicPr>
          <p:nvPr/>
        </p:nvPicPr>
        <p:blipFill>
          <a:blip r:embed="rId3"/>
          <a:stretch>
            <a:fillRect/>
          </a:stretch>
        </p:blipFill>
        <p:spPr>
          <a:xfrm>
            <a:off x="7086600" y="268035"/>
            <a:ext cx="1207113" cy="713294"/>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5437</TotalTime>
  <Words>682</Words>
  <Application>Microsoft Office PowerPoint</Application>
  <PresentationFormat>On-screen Show (4:3)</PresentationFormat>
  <Paragraphs>96</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Century Schoolbook</vt:lpstr>
      <vt:lpstr>Times New Roman</vt:lpstr>
      <vt:lpstr>Wingdings</vt:lpstr>
      <vt:lpstr>Wingdings 2</vt:lpstr>
      <vt:lpstr>YAFdJoNRMmU 0</vt:lpstr>
      <vt:lpstr>Oriel</vt:lpstr>
      <vt:lpstr>PowerPoint Presentation</vt:lpstr>
      <vt:lpstr>Introduction</vt:lpstr>
      <vt:lpstr>Empathy</vt:lpstr>
      <vt:lpstr>Abstract</vt:lpstr>
      <vt:lpstr>Define</vt:lpstr>
      <vt:lpstr>Ideate</vt:lpstr>
      <vt:lpstr>Prototype</vt:lpstr>
      <vt:lpstr>Prototype</vt:lpstr>
      <vt:lpstr>Prototype</vt:lpstr>
      <vt:lpstr>Methodology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Apple</dc:creator>
  <cp:lastModifiedBy>Koshika T</cp:lastModifiedBy>
  <cp:revision>34</cp:revision>
  <cp:lastPrinted>2024-12-05T13:34:11Z</cp:lastPrinted>
  <dcterms:created xsi:type="dcterms:W3CDTF">2016-02-14T22:45:30Z</dcterms:created>
  <dcterms:modified xsi:type="dcterms:W3CDTF">2024-12-05T13:34:19Z</dcterms:modified>
</cp:coreProperties>
</file>